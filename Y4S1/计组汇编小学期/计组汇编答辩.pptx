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4.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ink/ink2.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3" r:id="rId2"/>
    <p:sldMasterId id="2147483666" r:id="rId3"/>
    <p:sldMasterId id="2147483691" r:id="rId4"/>
  </p:sldMasterIdLst>
  <p:notesMasterIdLst>
    <p:notesMasterId r:id="rId31"/>
  </p:notesMasterIdLst>
  <p:sldIdLst>
    <p:sldId id="1824" r:id="rId5"/>
    <p:sldId id="1844" r:id="rId6"/>
    <p:sldId id="1845" r:id="rId7"/>
    <p:sldId id="2750" r:id="rId8"/>
    <p:sldId id="1846" r:id="rId9"/>
    <p:sldId id="2675" r:id="rId10"/>
    <p:sldId id="1847" r:id="rId11"/>
    <p:sldId id="2857" r:id="rId12"/>
    <p:sldId id="2862" r:id="rId13"/>
    <p:sldId id="2751" r:id="rId14"/>
    <p:sldId id="2858" r:id="rId15"/>
    <p:sldId id="2860" r:id="rId16"/>
    <p:sldId id="2861" r:id="rId17"/>
    <p:sldId id="2863" r:id="rId18"/>
    <p:sldId id="2864" r:id="rId19"/>
    <p:sldId id="2865" r:id="rId20"/>
    <p:sldId id="2866" r:id="rId21"/>
    <p:sldId id="1848" r:id="rId22"/>
    <p:sldId id="2873" r:id="rId23"/>
    <p:sldId id="2872" r:id="rId24"/>
    <p:sldId id="2870" r:id="rId25"/>
    <p:sldId id="2867" r:id="rId26"/>
    <p:sldId id="2871" r:id="rId27"/>
    <p:sldId id="1849" r:id="rId28"/>
    <p:sldId id="2869" r:id="rId29"/>
    <p:sldId id="1835"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p:scale>
          <a:sx n="100" d="100"/>
          <a:sy n="100" d="100"/>
        </p:scale>
        <p:origin x="380"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ableStyles" Target="tableStyles.xml"/><Relationship Id="rId8"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2T06:59:30.3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1,'12'1,"0"1,-1 0,1 0,-1 1,11 5,14 3,233 46,-258-55,7 1,-1-1,1 0,24-1,-33-2,0 1,0-2,0 1,0-1,-1-1,1 0,-1 0,12-6,-13 6,1 0,0 0,-1 0,1 1,0 0,0 1,16-1,61 3,-37 1,422-2,-447-1,42-7,-40 3,31 0,-54 5,33-1,60-9,-48 4,0 3,86 3,-47 2,373-2,-445 1,1 0,23 6,-23-3,0-2,19 2,3-3,57 9,-42-4,0-2,90-5,-49-1,-74 2,-3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9-12T06:59:41.22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21,'13'1,"1"1,0 0,0 1,23 7,-20-4,0-2,22 4,16-4,31 5,-48-4,0-2,67-3,-45-1,-37-1,-1 0,1-2,29-8,-29 7,0 0,0 1,25-1,655 5,-327 1,242-1,-600-1,0-1,21-4,-19 2,31-1,-23 3,29-6,-30 4,31-2,217 6,-129 1,-129-1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F75618-5482-42BF-9167-A32DC90B2BF6}" type="datetimeFigureOut">
              <a:rPr lang="en-US" smtClean="0"/>
              <a:t>9/13/2025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5381F8-C24F-4C73-B72C-ACD48D135892}" type="slidenum">
              <a:rPr lang="en-US" smtClean="0"/>
              <a:t>‹#›</a:t>
            </a:fld>
            <a:endParaRPr lang="en-US"/>
          </a:p>
        </p:txBody>
      </p:sp>
    </p:spTree>
    <p:extLst>
      <p:ext uri="{BB962C8B-B14F-4D97-AF65-F5344CB8AC3E}">
        <p14:creationId xmlns:p14="http://schemas.microsoft.com/office/powerpoint/2010/main" val="250894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2065432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619326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58287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071931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5828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5447352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58287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276183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C80F22-36D2-B75A-0F5D-539DAEB099E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BEED6A8-7CA9-20FA-0FFE-D3CC76BEDE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0DFDD53-0E42-0B55-2E6F-5A269DA2D22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344DE1F-61D9-9057-0610-E1B738F424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1367712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5252644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5225136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45634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843561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7BE262-D3B2-8B44-57B0-80986947382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82C8654-B0EC-A147-C48A-7FCB55419DD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F9FD3F-9DBC-9E62-8C61-CE6CA306D92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3F4B8E8-4EC4-224B-0D14-0A0080349AB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9171305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7FC1B5-21D1-11C7-1EDF-54D424691BE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CD58D-6ADF-F10C-BFDB-DDC9CAD62B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10F5B7-4EAC-1B66-EA3F-5096021CB7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E1B2EF1-176D-244D-EE62-15AFC1EC866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6469887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EACA10-2A08-1319-B721-1BEB55B3A45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E1486D6-7491-1155-A6E3-1696C8FB2E6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611F148-AA08-9A4D-9B5B-5D8394AA510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7C70C81-7E91-BFD8-FD81-DCEA8385F8D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25196948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AEBB6-1EC5-EDE8-0822-9420C1B8968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3B20C33-0AF5-5AB2-2BD6-95DF0A58906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6CB6B49-2BCB-5015-B151-0A33EB2F43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E84DC99-6563-A8FE-5EE8-02FC78328125}"/>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5928311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5828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1A206-620A-2FF6-92D9-C1BFD7B3B1F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BF4352-063F-9902-4451-6F4D789BE7C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B5384EF-1CD0-6148-732C-6D490B9B375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08863E2-5675-D058-999F-51E2579FB3E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3452012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2975D-F420-5AA5-4EE7-B781924AF85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74D6A6-9AA8-25E1-6362-7DB62E00BAD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DA4782-E9F5-6528-7427-2DD01EC592F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B7C0459-78FB-DFE8-BAE5-4273D59F0BA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5965288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2E24-2A86-AD70-DAEE-46915D7F0EC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564F4A2-BF0F-6149-2C99-F5DF0D9D20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33451E-E217-4005-B38F-BBCE9A32584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1667CDD-EFF6-530E-FB71-7E5AB9CA7C39}"/>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4149104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7036-361D-7AE6-7D7B-F5D30E39DC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75503B1-964E-32FD-F2EA-039DCD8C807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FF8A2A8-A7EA-D502-D267-D7395C6075A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657F21A-9019-4C49-D2D0-75AB1EE429F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7314954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D2371-37A7-0502-4995-A85BB8B6E66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668B8BF-DBB9-F0AD-BEFB-A424E609F4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3A58C13-0A9C-D3F8-4795-C4D3C7D8E4A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9FF3617-F466-F952-718B-5E2FD03812AA}"/>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421340644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858287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C08DB-158C-7740-9138-07744F6A20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5EB5C8C-F78E-AAB8-9921-6A03487E87E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274D59-3DCF-07B0-3825-4FD14818280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0DA8E042-9ACD-1939-F3DB-D3B0E33C11D8}"/>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8389819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D7A2CCA-E5D5-4859-8035-B358016F08F8}" type="slidenum">
              <a:rPr kumimoji="0" lang="zh-CN" altLang="en-US" sz="1200" b="0" i="0" u="none" strike="noStrike" kern="1200" cap="none" spc="0" normalizeH="0" baseline="0" noProof="0" smtClean="0">
                <a:ln>
                  <a:noFill/>
                </a:ln>
                <a:solidFill>
                  <a:prstClr val="black"/>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1197196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1.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image" Target="../media/image12.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4.xml"/><Relationship Id="rId1" Type="http://schemas.openxmlformats.org/officeDocument/2006/relationships/tags" Target="../tags/tag7.xm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9.xml"/><Relationship Id="rId1" Type="http://schemas.openxmlformats.org/officeDocument/2006/relationships/tags" Target="../tags/tag8.xml"/><Relationship Id="rId4" Type="http://schemas.openxmlformats.org/officeDocument/2006/relationships/image" Target="../media/image8.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封面样式1-首页">
    <p:spTree>
      <p:nvGrpSpPr>
        <p:cNvPr id="1" name=""/>
        <p:cNvGrpSpPr/>
        <p:nvPr/>
      </p:nvGrpSpPr>
      <p:grpSpPr>
        <a:xfrm>
          <a:off x="0" y="0"/>
          <a:ext cx="0" cy="0"/>
          <a:chOff x="0" y="0"/>
          <a:chExt cx="0" cy="0"/>
        </a:xfrm>
      </p:grpSpPr>
      <p:pic>
        <p:nvPicPr>
          <p:cNvPr id="11" name="图片 10"/>
          <p:cNvPicPr>
            <a:picLocks noChangeAspect="1"/>
          </p:cNvPicPr>
          <p:nvPr userDrawn="1"/>
        </p:nvPicPr>
        <p:blipFill rotWithShape="1">
          <a:blip r:embed="rId2" cstate="print">
            <a:extLst>
              <a:ext uri="{28A0092B-C50C-407E-A947-70E740481C1C}">
                <a14:useLocalDpi xmlns:a14="http://schemas.microsoft.com/office/drawing/2010/main"/>
              </a:ext>
            </a:extLst>
          </a:blip>
          <a:srcRect r="25963"/>
          <a:stretch/>
        </p:blipFill>
        <p:spPr>
          <a:xfrm>
            <a:off x="7191376" y="133072"/>
            <a:ext cx="5028334" cy="6535793"/>
          </a:xfrm>
          <a:prstGeom prst="rect">
            <a:avLst/>
          </a:prstGeom>
        </p:spPr>
      </p:pic>
      <p:sp>
        <p:nvSpPr>
          <p:cNvPr id="7" name="矩形 6">
            <a:extLst>
              <a:ext uri="{FF2B5EF4-FFF2-40B4-BE49-F238E27FC236}">
                <a16:creationId xmlns:a16="http://schemas.microsoft.com/office/drawing/2014/main" id="{902F5BB1-3479-4B75-8121-C76027E92312}"/>
              </a:ext>
            </a:extLst>
          </p:cNvPr>
          <p:cNvSpPr/>
          <p:nvPr userDrawn="1"/>
        </p:nvSpPr>
        <p:spPr>
          <a:xfrm>
            <a:off x="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5" name="文本占位符 12">
            <a:extLst>
              <a:ext uri="{FF2B5EF4-FFF2-40B4-BE49-F238E27FC236}">
                <a16:creationId xmlns:a16="http://schemas.microsoft.com/office/drawing/2014/main" id="{F63B7C85-1073-4365-852C-DE0C04E61BED}"/>
              </a:ext>
            </a:extLst>
          </p:cNvPr>
          <p:cNvSpPr>
            <a:spLocks noGrp="1"/>
          </p:cNvSpPr>
          <p:nvPr>
            <p:ph type="body" sz="quarter" idx="12"/>
          </p:nvPr>
        </p:nvSpPr>
        <p:spPr>
          <a:xfrm>
            <a:off x="3697615" y="4908366"/>
            <a:ext cx="7059690" cy="410335"/>
          </a:xfrm>
        </p:spPr>
        <p:txBody>
          <a:bodyPr>
            <a:normAutofit/>
          </a:bodyPr>
          <a:lstStyle>
            <a:lvl1pPr marL="0" indent="0">
              <a:buNone/>
              <a:defRPr sz="2000">
                <a:solidFill>
                  <a:schemeClr val="tx1"/>
                </a:solidFill>
              </a:defRPr>
            </a:lvl1pPr>
          </a:lstStyle>
          <a:p>
            <a:pPr lvl="0"/>
            <a:r>
              <a:rPr lang="zh-CN" altLang="en-US" dirty="0"/>
              <a:t>编辑母版文本样式</a:t>
            </a:r>
          </a:p>
        </p:txBody>
      </p:sp>
      <p:sp>
        <p:nvSpPr>
          <p:cNvPr id="8" name="矩形 7">
            <a:extLst>
              <a:ext uri="{FF2B5EF4-FFF2-40B4-BE49-F238E27FC236}">
                <a16:creationId xmlns:a16="http://schemas.microsoft.com/office/drawing/2014/main" id="{E2FF2961-8E0B-4CFB-9897-39262A918722}"/>
              </a:ext>
            </a:extLst>
          </p:cNvPr>
          <p:cNvSpPr/>
          <p:nvPr userDrawn="1"/>
        </p:nvSpPr>
        <p:spPr>
          <a:xfrm>
            <a:off x="1152525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9" name="矩形 8">
            <a:extLst>
              <a:ext uri="{FF2B5EF4-FFF2-40B4-BE49-F238E27FC236}">
                <a16:creationId xmlns:a16="http://schemas.microsoft.com/office/drawing/2014/main" id="{902F5BB1-3479-4B75-8121-C76027E92312}"/>
              </a:ext>
            </a:extLst>
          </p:cNvPr>
          <p:cNvSpPr/>
          <p:nvPr userDrawn="1"/>
        </p:nvSpPr>
        <p:spPr>
          <a:xfrm>
            <a:off x="292799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0" name="矩形 9">
            <a:extLst>
              <a:ext uri="{FF2B5EF4-FFF2-40B4-BE49-F238E27FC236}">
                <a16:creationId xmlns:a16="http://schemas.microsoft.com/office/drawing/2014/main" id="{902F5BB1-3479-4B75-8121-C76027E92312}"/>
              </a:ext>
            </a:extLst>
          </p:cNvPr>
          <p:cNvSpPr/>
          <p:nvPr userDrawn="1"/>
        </p:nvSpPr>
        <p:spPr>
          <a:xfrm>
            <a:off x="11121340"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2" name="文本框 11">
            <a:extLst>
              <a:ext uri="{FF2B5EF4-FFF2-40B4-BE49-F238E27FC236}">
                <a16:creationId xmlns:a16="http://schemas.microsoft.com/office/drawing/2014/main" id="{DF269877-3713-4708-B674-1A813AB36FFC}"/>
              </a:ext>
            </a:extLst>
          </p:cNvPr>
          <p:cNvSpPr txBox="1"/>
          <p:nvPr userDrawn="1"/>
        </p:nvSpPr>
        <p:spPr>
          <a:xfrm rot="16200000">
            <a:off x="10462781"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pitchFamily="34" charset="-122"/>
                <a:cs typeface="Arial" panose="020B0604020202020204" pitchFamily="34" charset="0"/>
              </a:rPr>
              <a:t>BEIJING INSTITUTE OF TECHNOLOGY</a:t>
            </a:r>
          </a:p>
        </p:txBody>
      </p:sp>
      <p:pic>
        <p:nvPicPr>
          <p:cNvPr id="41" name="图片 40"/>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474738" y="515429"/>
            <a:ext cx="2295327" cy="504694"/>
          </a:xfrm>
          <a:prstGeom prst="rect">
            <a:avLst/>
          </a:prstGeom>
        </p:spPr>
      </p:pic>
      <p:cxnSp>
        <p:nvCxnSpPr>
          <p:cNvPr id="42" name="直接连接符 41"/>
          <p:cNvCxnSpPr/>
          <p:nvPr userDrawn="1"/>
        </p:nvCxnSpPr>
        <p:spPr>
          <a:xfrm>
            <a:off x="2927998" y="1355988"/>
            <a:ext cx="0" cy="458984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userDrawn="1"/>
        </p:nvCxnSpPr>
        <p:spPr>
          <a:xfrm>
            <a:off x="11522544" y="1400593"/>
            <a:ext cx="0" cy="454523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69" name="组合 68"/>
          <p:cNvGrpSpPr/>
          <p:nvPr userDrawn="1"/>
        </p:nvGrpSpPr>
        <p:grpSpPr>
          <a:xfrm>
            <a:off x="566553" y="2031917"/>
            <a:ext cx="1778298" cy="3243219"/>
            <a:chOff x="611818" y="2031917"/>
            <a:chExt cx="1709547" cy="3117834"/>
          </a:xfrm>
        </p:grpSpPr>
        <p:grpSp>
          <p:nvGrpSpPr>
            <p:cNvPr id="70" name="组合 69"/>
            <p:cNvGrpSpPr/>
            <p:nvPr/>
          </p:nvGrpSpPr>
          <p:grpSpPr>
            <a:xfrm>
              <a:off x="611818" y="2051403"/>
              <a:ext cx="567014" cy="3098348"/>
              <a:chOff x="11305242" y="2003776"/>
              <a:chExt cx="354194" cy="1935432"/>
            </a:xfrm>
            <a:solidFill>
              <a:schemeClr val="bg1">
                <a:alpha val="5000"/>
              </a:schemeClr>
            </a:solidFill>
          </p:grpSpPr>
          <p:sp>
            <p:nvSpPr>
              <p:cNvPr id="85"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6" name="Freeform 6">
                <a:extLst>
                  <a:ext uri="{FF2B5EF4-FFF2-40B4-BE49-F238E27FC236}">
                    <a16:creationId xmlns:a16="http://schemas.microsoft.com/office/drawing/2014/main" id="{CC1FA68D-3307-481A-8E89-D3CB2E8693F4}"/>
                  </a:ext>
                </a:extLst>
              </p:cNvPr>
              <p:cNvSpPr>
                <a:spLocks/>
              </p:cNvSpPr>
              <p:nvPr/>
            </p:nvSpPr>
            <p:spPr bwMode="auto">
              <a:xfrm>
                <a:off x="11382341" y="3639427"/>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87" name="组合 86">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92"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3"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88" name="组合 87">
                <a:extLst>
                  <a:ext uri="{FF2B5EF4-FFF2-40B4-BE49-F238E27FC236}">
                    <a16:creationId xmlns:a16="http://schemas.microsoft.com/office/drawing/2014/main" id="{B92E7EB9-3312-4310-B5FA-50F0FA6CFB99}"/>
                  </a:ext>
                </a:extLst>
              </p:cNvPr>
              <p:cNvGrpSpPr/>
              <p:nvPr/>
            </p:nvGrpSpPr>
            <p:grpSpPr>
              <a:xfrm>
                <a:off x="11380191" y="2640087"/>
                <a:ext cx="214274" cy="229664"/>
                <a:chOff x="3792874" y="3156423"/>
                <a:chExt cx="331330" cy="355128"/>
              </a:xfrm>
              <a:grpFill/>
            </p:grpSpPr>
            <p:sp>
              <p:nvSpPr>
                <p:cNvPr id="89"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0"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1"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71" name="组合 70"/>
            <p:cNvGrpSpPr/>
            <p:nvPr userDrawn="1"/>
          </p:nvGrpSpPr>
          <p:grpSpPr>
            <a:xfrm>
              <a:off x="1752713" y="2031917"/>
              <a:ext cx="568652" cy="3091276"/>
              <a:chOff x="1752714" y="2031919"/>
              <a:chExt cx="568653" cy="3091274"/>
            </a:xfrm>
          </p:grpSpPr>
          <p:grpSp>
            <p:nvGrpSpPr>
              <p:cNvPr id="72" name="组合 71">
                <a:extLst>
                  <a:ext uri="{FF2B5EF4-FFF2-40B4-BE49-F238E27FC236}">
                    <a16:creationId xmlns:a16="http://schemas.microsoft.com/office/drawing/2014/main" id="{4EB45816-40C4-4065-9181-C29D2BECD84E}"/>
                  </a:ext>
                </a:extLst>
              </p:cNvPr>
              <p:cNvGrpSpPr/>
              <p:nvPr/>
            </p:nvGrpSpPr>
            <p:grpSpPr>
              <a:xfrm>
                <a:off x="1769227" y="3776579"/>
                <a:ext cx="501270" cy="527572"/>
                <a:chOff x="6113463" y="3541713"/>
                <a:chExt cx="484188" cy="509588"/>
              </a:xfrm>
              <a:solidFill>
                <a:schemeClr val="bg1">
                  <a:alpha val="5000"/>
                </a:schemeClr>
              </a:solidFill>
            </p:grpSpPr>
            <p:sp>
              <p:nvSpPr>
                <p:cNvPr id="83"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4"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3" name="组合 72">
                <a:extLst>
                  <a:ext uri="{FF2B5EF4-FFF2-40B4-BE49-F238E27FC236}">
                    <a16:creationId xmlns:a16="http://schemas.microsoft.com/office/drawing/2014/main" id="{C43281D5-D15F-4210-8FEF-5D0B83A54FD6}"/>
                  </a:ext>
                </a:extLst>
              </p:cNvPr>
              <p:cNvGrpSpPr/>
              <p:nvPr/>
            </p:nvGrpSpPr>
            <p:grpSpPr>
              <a:xfrm>
                <a:off x="1752714" y="2031919"/>
                <a:ext cx="568653" cy="718220"/>
                <a:chOff x="6108700" y="2066926"/>
                <a:chExt cx="549275" cy="693738"/>
              </a:xfrm>
              <a:solidFill>
                <a:schemeClr val="bg1">
                  <a:alpha val="5000"/>
                </a:schemeClr>
              </a:solidFill>
            </p:grpSpPr>
            <p:sp>
              <p:nvSpPr>
                <p:cNvPr id="81"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2"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4" name="组合 73">
                <a:extLst>
                  <a:ext uri="{FF2B5EF4-FFF2-40B4-BE49-F238E27FC236}">
                    <a16:creationId xmlns:a16="http://schemas.microsoft.com/office/drawing/2014/main" id="{CD1C2EA2-DECB-4C4E-997D-8417E76BE944}"/>
                  </a:ext>
                </a:extLst>
              </p:cNvPr>
              <p:cNvGrpSpPr/>
              <p:nvPr/>
            </p:nvGrpSpPr>
            <p:grpSpPr>
              <a:xfrm>
                <a:off x="1855433" y="3075554"/>
                <a:ext cx="381292" cy="328704"/>
                <a:chOff x="6186488" y="2930526"/>
                <a:chExt cx="368300" cy="317500"/>
              </a:xfrm>
              <a:solidFill>
                <a:schemeClr val="bg1">
                  <a:alpha val="5000"/>
                </a:schemeClr>
              </a:solidFill>
            </p:grpSpPr>
            <p:sp>
              <p:nvSpPr>
                <p:cNvPr id="78"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9"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0"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5" name="组合 74"/>
              <p:cNvGrpSpPr/>
              <p:nvPr/>
            </p:nvGrpSpPr>
            <p:grpSpPr>
              <a:xfrm>
                <a:off x="1804180" y="4681015"/>
                <a:ext cx="442058" cy="442178"/>
                <a:chOff x="11893476" y="1994536"/>
                <a:chExt cx="277932" cy="278006"/>
              </a:xfrm>
              <a:solidFill>
                <a:schemeClr val="bg1">
                  <a:alpha val="5000"/>
                </a:schemeClr>
              </a:solidFill>
            </p:grpSpPr>
            <p:sp>
              <p:nvSpPr>
                <p:cNvPr id="76"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5308" cy="27343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7" name="Freeform 12">
                  <a:extLst>
                    <a:ext uri="{FF2B5EF4-FFF2-40B4-BE49-F238E27FC236}">
                      <a16:creationId xmlns:a16="http://schemas.microsoft.com/office/drawing/2014/main" id="{D88D9717-3185-4A77-8E18-2A8659D441F7}"/>
                    </a:ext>
                  </a:extLst>
                </p:cNvPr>
                <p:cNvSpPr>
                  <a:spLocks/>
                </p:cNvSpPr>
                <p:nvPr/>
              </p:nvSpPr>
              <p:spPr bwMode="auto">
                <a:xfrm>
                  <a:off x="11893476" y="2009127"/>
                  <a:ext cx="105167" cy="263415"/>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
        <p:nvSpPr>
          <p:cNvPr id="44"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3697616" y="1658264"/>
            <a:ext cx="7059689" cy="2267551"/>
          </a:xfrm>
        </p:spPr>
        <p:txBody>
          <a:bodyPr>
            <a:normAutofit/>
          </a:bodyPr>
          <a:lstStyle>
            <a:lvl1pPr marL="0" indent="0">
              <a:spcBef>
                <a:spcPts val="0"/>
              </a:spcBef>
              <a:buNone/>
              <a:defRPr sz="5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Tree>
    <p:extLst>
      <p:ext uri="{BB962C8B-B14F-4D97-AF65-F5344CB8AC3E}">
        <p14:creationId xmlns:p14="http://schemas.microsoft.com/office/powerpoint/2010/main" val="1936715969"/>
      </p:ext>
    </p:extLst>
  </p:cSld>
  <p:clrMapOvr>
    <a:masterClrMapping/>
  </p:clrMapOvr>
  <p:extLst>
    <p:ext uri="{DCECCB84-F9BA-43D5-87BE-67443E8EF086}">
      <p15:sldGuideLst xmlns:p15="http://schemas.microsoft.com/office/powerpoint/2012/main">
        <p15:guide id="1"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封面样式1-尾页">
    <p:spTree>
      <p:nvGrpSpPr>
        <p:cNvPr id="1" name=""/>
        <p:cNvGrpSpPr/>
        <p:nvPr/>
      </p:nvGrpSpPr>
      <p:grpSpPr>
        <a:xfrm>
          <a:off x="0" y="0"/>
          <a:ext cx="0" cy="0"/>
          <a:chOff x="0" y="0"/>
          <a:chExt cx="0" cy="0"/>
        </a:xfrm>
      </p:grpSpPr>
      <p:pic>
        <p:nvPicPr>
          <p:cNvPr id="43" name="图片 4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4600575" y="133072"/>
            <a:ext cx="6791691" cy="6535793"/>
          </a:xfrm>
          <a:prstGeom prst="rect">
            <a:avLst/>
          </a:prstGeom>
        </p:spPr>
      </p:pic>
      <p:sp>
        <p:nvSpPr>
          <p:cNvPr id="13" name="文本占位符 12">
            <a:extLst>
              <a:ext uri="{FF2B5EF4-FFF2-40B4-BE49-F238E27FC236}">
                <a16:creationId xmlns:a16="http://schemas.microsoft.com/office/drawing/2014/main" id="{562B6659-3604-4A5D-84A6-6A47FE169869}"/>
              </a:ext>
            </a:extLst>
          </p:cNvPr>
          <p:cNvSpPr>
            <a:spLocks noGrp="1"/>
          </p:cNvSpPr>
          <p:nvPr>
            <p:ph type="body" sz="quarter" idx="13"/>
          </p:nvPr>
        </p:nvSpPr>
        <p:spPr>
          <a:xfrm>
            <a:off x="1287430" y="1483539"/>
            <a:ext cx="7373912" cy="2267551"/>
          </a:xfrm>
        </p:spPr>
        <p:txBody>
          <a:bodyPr>
            <a:normAutofit/>
          </a:bodyPr>
          <a:lstStyle>
            <a:lvl1pPr marL="0" indent="0">
              <a:spcBef>
                <a:spcPts val="0"/>
              </a:spcBef>
              <a:buNone/>
              <a:defRPr sz="5600" b="1">
                <a:solidFill>
                  <a:schemeClr val="tx1"/>
                </a:solidFill>
                <a:latin typeface="+mn-ea"/>
                <a:ea typeface="+mn-ea"/>
              </a:defRPr>
            </a:lvl1pPr>
          </a:lstStyle>
          <a:p>
            <a:pPr lvl="0"/>
            <a:r>
              <a:rPr lang="zh-CN" altLang="en-US" dirty="0"/>
              <a:t>编辑母版文本样式</a:t>
            </a:r>
            <a:endParaRPr lang="en-US" altLang="zh-CN" dirty="0"/>
          </a:p>
          <a:p>
            <a:pPr lvl="0"/>
            <a:r>
              <a:rPr lang="zh-CN" altLang="en-US" dirty="0"/>
              <a:t>输入标题</a:t>
            </a:r>
          </a:p>
        </p:txBody>
      </p:sp>
      <p:sp>
        <p:nvSpPr>
          <p:cNvPr id="9" name="矩形 8">
            <a:extLst>
              <a:ext uri="{FF2B5EF4-FFF2-40B4-BE49-F238E27FC236}">
                <a16:creationId xmlns:a16="http://schemas.microsoft.com/office/drawing/2014/main" id="{E2FF2961-8E0B-4CFB-9897-39262A918722}"/>
              </a:ext>
            </a:extLst>
          </p:cNvPr>
          <p:cNvSpPr/>
          <p:nvPr userDrawn="1"/>
        </p:nvSpPr>
        <p:spPr>
          <a:xfrm>
            <a:off x="0" y="1484311"/>
            <a:ext cx="666749"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0" name="矩形 9">
            <a:extLst>
              <a:ext uri="{FF2B5EF4-FFF2-40B4-BE49-F238E27FC236}">
                <a16:creationId xmlns:a16="http://schemas.microsoft.com/office/drawing/2014/main" id="{902F5BB1-3479-4B75-8121-C76027E92312}"/>
              </a:ext>
            </a:extLst>
          </p:cNvPr>
          <p:cNvSpPr/>
          <p:nvPr userDrawn="1"/>
        </p:nvSpPr>
        <p:spPr>
          <a:xfrm>
            <a:off x="667561" y="1484310"/>
            <a:ext cx="403257"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矩形 10">
            <a:extLst>
              <a:ext uri="{FF2B5EF4-FFF2-40B4-BE49-F238E27FC236}">
                <a16:creationId xmlns:a16="http://schemas.microsoft.com/office/drawing/2014/main" id="{902F5BB1-3479-4B75-8121-C76027E92312}"/>
              </a:ext>
            </a:extLst>
          </p:cNvPr>
          <p:cNvSpPr/>
          <p:nvPr userDrawn="1"/>
        </p:nvSpPr>
        <p:spPr>
          <a:xfrm>
            <a:off x="9258300" y="1484313"/>
            <a:ext cx="2930035" cy="43644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2" name="矩形 11">
            <a:extLst>
              <a:ext uri="{FF2B5EF4-FFF2-40B4-BE49-F238E27FC236}">
                <a16:creationId xmlns:a16="http://schemas.microsoft.com/office/drawing/2014/main" id="{902F5BB1-3479-4B75-8121-C76027E92312}"/>
              </a:ext>
            </a:extLst>
          </p:cNvPr>
          <p:cNvSpPr/>
          <p:nvPr userDrawn="1"/>
        </p:nvSpPr>
        <p:spPr>
          <a:xfrm>
            <a:off x="8882428" y="1484310"/>
            <a:ext cx="377842" cy="43644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41" name="文本框 40">
            <a:extLst>
              <a:ext uri="{FF2B5EF4-FFF2-40B4-BE49-F238E27FC236}">
                <a16:creationId xmlns:a16="http://schemas.microsoft.com/office/drawing/2014/main" id="{DF269877-3713-4708-B674-1A813AB36FFC}"/>
              </a:ext>
            </a:extLst>
          </p:cNvPr>
          <p:cNvSpPr txBox="1"/>
          <p:nvPr userDrawn="1"/>
        </p:nvSpPr>
        <p:spPr>
          <a:xfrm rot="16200000">
            <a:off x="-1443469" y="3524086"/>
            <a:ext cx="3170099" cy="261610"/>
          </a:xfrm>
          <a:prstGeom prst="rect">
            <a:avLst/>
          </a:prstGeom>
          <a:noFill/>
        </p:spPr>
        <p:txBody>
          <a:bodyPr wrap="square" rtlCol="0">
            <a:noAutofit/>
          </a:bodyPr>
          <a:lstStyle>
            <a:defPPr>
              <a:defRPr lang="zh-CN"/>
            </a:defPPr>
            <a:lvl1pPr algn="dist">
              <a:defRPr sz="1100" b="1">
                <a:solidFill>
                  <a:schemeClr val="bg1">
                    <a:alpha val="22000"/>
                  </a:schemeClr>
                </a:solidFill>
                <a:latin typeface="Arial" panose="020B0604020202020204" pitchFamily="34" charset="0"/>
                <a:cs typeface="Arial" panose="020B0604020202020204" pitchFamily="34" charset="0"/>
              </a:defRPr>
            </a:lvl1pPr>
          </a:lstStyle>
          <a:p>
            <a:pPr marL="0" marR="0" lvl="0" indent="0" algn="dist" defTabSz="914400" rtl="0" eaLnBrk="0" fontAlgn="base" latinLnBrk="0" hangingPunct="0">
              <a:lnSpc>
                <a:spcPct val="100000"/>
              </a:lnSpc>
              <a:spcBef>
                <a:spcPct val="0"/>
              </a:spcBef>
              <a:spcAft>
                <a:spcPct val="0"/>
              </a:spcAft>
              <a:buClrTx/>
              <a:buSzTx/>
              <a:buFontTx/>
              <a:buNone/>
              <a:tabLst/>
              <a:defRPr/>
            </a:pPr>
            <a:r>
              <a:rPr kumimoji="0" lang="en-US" altLang="zh-CN" sz="1100" b="1" i="0" u="none" strike="noStrike" kern="1200" cap="none" spc="0" normalizeH="0" baseline="0" noProof="0" dirty="0">
                <a:ln>
                  <a:noFill/>
                </a:ln>
                <a:solidFill>
                  <a:prstClr val="white">
                    <a:alpha val="5000"/>
                  </a:prstClr>
                </a:solidFill>
                <a:effectLst/>
                <a:uLnTx/>
                <a:uFillTx/>
                <a:latin typeface="Arial" panose="020B0604020202020204" pitchFamily="34" charset="0"/>
                <a:ea typeface="微软雅黑" panose="020B0503020204020204" pitchFamily="34" charset="-122"/>
                <a:cs typeface="Arial" panose="020B0604020202020204" pitchFamily="34" charset="0"/>
              </a:rPr>
              <a:t>BEIJING INSTITUTE OF TECHNOLOGY</a:t>
            </a:r>
          </a:p>
        </p:txBody>
      </p:sp>
      <p:pic>
        <p:nvPicPr>
          <p:cNvPr id="42" name="图片 4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9452633" y="548450"/>
            <a:ext cx="2295327" cy="504694"/>
          </a:xfrm>
          <a:prstGeom prst="rect">
            <a:avLst/>
          </a:prstGeom>
        </p:spPr>
      </p:pic>
      <p:cxnSp>
        <p:nvCxnSpPr>
          <p:cNvPr id="4" name="直接连接符 3"/>
          <p:cNvCxnSpPr/>
          <p:nvPr userDrawn="1"/>
        </p:nvCxnSpPr>
        <p:spPr>
          <a:xfrm>
            <a:off x="666749" y="1329225"/>
            <a:ext cx="0" cy="471473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userDrawn="1"/>
        </p:nvCxnSpPr>
        <p:spPr>
          <a:xfrm>
            <a:off x="9258300" y="1280160"/>
            <a:ext cx="0" cy="4835169"/>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45" name="组合 44"/>
          <p:cNvGrpSpPr/>
          <p:nvPr userDrawn="1"/>
        </p:nvGrpSpPr>
        <p:grpSpPr>
          <a:xfrm>
            <a:off x="9834169" y="2044937"/>
            <a:ext cx="1778296" cy="3249639"/>
            <a:chOff x="611819" y="2031917"/>
            <a:chExt cx="1709546" cy="3124006"/>
          </a:xfrm>
        </p:grpSpPr>
        <p:grpSp>
          <p:nvGrpSpPr>
            <p:cNvPr id="46" name="组合 45"/>
            <p:cNvGrpSpPr/>
            <p:nvPr/>
          </p:nvGrpSpPr>
          <p:grpSpPr>
            <a:xfrm>
              <a:off x="611819" y="2051403"/>
              <a:ext cx="567014" cy="3098349"/>
              <a:chOff x="11305242" y="2003776"/>
              <a:chExt cx="354194" cy="1935432"/>
            </a:xfrm>
            <a:solidFill>
              <a:schemeClr val="bg1">
                <a:alpha val="5000"/>
              </a:schemeClr>
            </a:solidFill>
          </p:grpSpPr>
          <p:sp>
            <p:nvSpPr>
              <p:cNvPr id="61" name="Freeform 5">
                <a:extLst>
                  <a:ext uri="{FF2B5EF4-FFF2-40B4-BE49-F238E27FC236}">
                    <a16:creationId xmlns:a16="http://schemas.microsoft.com/office/drawing/2014/main" id="{7EF8326A-A460-4F1F-A35E-22F6C0E02782}"/>
                  </a:ext>
                </a:extLst>
              </p:cNvPr>
              <p:cNvSpPr>
                <a:spLocks/>
              </p:cNvSpPr>
              <p:nvPr/>
            </p:nvSpPr>
            <p:spPr bwMode="auto">
              <a:xfrm>
                <a:off x="11307751" y="3052538"/>
                <a:ext cx="345981" cy="390126"/>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2" name="Freeform 6">
                <a:extLst>
                  <a:ext uri="{FF2B5EF4-FFF2-40B4-BE49-F238E27FC236}">
                    <a16:creationId xmlns:a16="http://schemas.microsoft.com/office/drawing/2014/main" id="{CC1FA68D-3307-481A-8E89-D3CB2E8693F4}"/>
                  </a:ext>
                </a:extLst>
              </p:cNvPr>
              <p:cNvSpPr>
                <a:spLocks/>
              </p:cNvSpPr>
              <p:nvPr/>
            </p:nvSpPr>
            <p:spPr bwMode="auto">
              <a:xfrm>
                <a:off x="11382341" y="3639427"/>
                <a:ext cx="199170" cy="299781"/>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63" name="组合 62">
                <a:extLst>
                  <a:ext uri="{FF2B5EF4-FFF2-40B4-BE49-F238E27FC236}">
                    <a16:creationId xmlns:a16="http://schemas.microsoft.com/office/drawing/2014/main" id="{C7A6E3E5-9A1F-4E06-9E71-F1D7E5C11C32}"/>
                  </a:ext>
                </a:extLst>
              </p:cNvPr>
              <p:cNvGrpSpPr/>
              <p:nvPr/>
            </p:nvGrpSpPr>
            <p:grpSpPr>
              <a:xfrm>
                <a:off x="11305242" y="2003776"/>
                <a:ext cx="354194" cy="439406"/>
                <a:chOff x="5548313" y="2084388"/>
                <a:chExt cx="547688" cy="679451"/>
              </a:xfrm>
              <a:grpFill/>
            </p:grpSpPr>
            <p:sp>
              <p:nvSpPr>
                <p:cNvPr id="68"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9"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64" name="组合 63">
                <a:extLst>
                  <a:ext uri="{FF2B5EF4-FFF2-40B4-BE49-F238E27FC236}">
                    <a16:creationId xmlns:a16="http://schemas.microsoft.com/office/drawing/2014/main" id="{B92E7EB9-3312-4310-B5FA-50F0FA6CFB99}"/>
                  </a:ext>
                </a:extLst>
              </p:cNvPr>
              <p:cNvGrpSpPr/>
              <p:nvPr/>
            </p:nvGrpSpPr>
            <p:grpSpPr>
              <a:xfrm>
                <a:off x="11380191" y="2640087"/>
                <a:ext cx="214274" cy="229664"/>
                <a:chOff x="3792874" y="3156423"/>
                <a:chExt cx="331330" cy="355128"/>
              </a:xfrm>
              <a:grpFill/>
            </p:grpSpPr>
            <p:sp>
              <p:nvSpPr>
                <p:cNvPr id="65"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6"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7"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47" name="组合 46"/>
            <p:cNvGrpSpPr/>
            <p:nvPr userDrawn="1"/>
          </p:nvGrpSpPr>
          <p:grpSpPr>
            <a:xfrm>
              <a:off x="1752713" y="2031917"/>
              <a:ext cx="568652" cy="3124006"/>
              <a:chOff x="1752713" y="2031917"/>
              <a:chExt cx="568652" cy="3124006"/>
            </a:xfrm>
          </p:grpSpPr>
          <p:grpSp>
            <p:nvGrpSpPr>
              <p:cNvPr id="48" name="组合 47">
                <a:extLst>
                  <a:ext uri="{FF2B5EF4-FFF2-40B4-BE49-F238E27FC236}">
                    <a16:creationId xmlns:a16="http://schemas.microsoft.com/office/drawing/2014/main" id="{4EB45816-40C4-4065-9181-C29D2BECD84E}"/>
                  </a:ext>
                </a:extLst>
              </p:cNvPr>
              <p:cNvGrpSpPr/>
              <p:nvPr/>
            </p:nvGrpSpPr>
            <p:grpSpPr>
              <a:xfrm>
                <a:off x="1769224" y="3776575"/>
                <a:ext cx="501269" cy="527571"/>
                <a:chOff x="6113463" y="3541713"/>
                <a:chExt cx="484188" cy="509588"/>
              </a:xfrm>
              <a:solidFill>
                <a:schemeClr val="bg1">
                  <a:alpha val="5000"/>
                </a:schemeClr>
              </a:solidFill>
            </p:grpSpPr>
            <p:sp>
              <p:nvSpPr>
                <p:cNvPr id="59"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0"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9" name="组合 48">
                <a:extLst>
                  <a:ext uri="{FF2B5EF4-FFF2-40B4-BE49-F238E27FC236}">
                    <a16:creationId xmlns:a16="http://schemas.microsoft.com/office/drawing/2014/main" id="{C43281D5-D15F-4210-8FEF-5D0B83A54FD6}"/>
                  </a:ext>
                </a:extLst>
              </p:cNvPr>
              <p:cNvGrpSpPr/>
              <p:nvPr/>
            </p:nvGrpSpPr>
            <p:grpSpPr>
              <a:xfrm>
                <a:off x="1752713" y="2031917"/>
                <a:ext cx="568652" cy="718219"/>
                <a:chOff x="6108700" y="2066926"/>
                <a:chExt cx="549275" cy="693738"/>
              </a:xfrm>
              <a:solidFill>
                <a:schemeClr val="bg1">
                  <a:alpha val="5000"/>
                </a:schemeClr>
              </a:solidFill>
            </p:grpSpPr>
            <p:sp>
              <p:nvSpPr>
                <p:cNvPr id="57"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58"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50" name="组合 49">
                <a:extLst>
                  <a:ext uri="{FF2B5EF4-FFF2-40B4-BE49-F238E27FC236}">
                    <a16:creationId xmlns:a16="http://schemas.microsoft.com/office/drawing/2014/main" id="{CD1C2EA2-DECB-4C4E-997D-8417E76BE944}"/>
                  </a:ext>
                </a:extLst>
              </p:cNvPr>
              <p:cNvGrpSpPr/>
              <p:nvPr/>
            </p:nvGrpSpPr>
            <p:grpSpPr>
              <a:xfrm>
                <a:off x="1855431" y="3075552"/>
                <a:ext cx="381292" cy="328704"/>
                <a:chOff x="6186488" y="2930526"/>
                <a:chExt cx="368300" cy="317500"/>
              </a:xfrm>
              <a:solidFill>
                <a:schemeClr val="bg1">
                  <a:alpha val="5000"/>
                </a:schemeClr>
              </a:solidFill>
            </p:grpSpPr>
            <p:sp>
              <p:nvSpPr>
                <p:cNvPr id="54"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55"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56"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51" name="组合 50"/>
              <p:cNvGrpSpPr/>
              <p:nvPr/>
            </p:nvGrpSpPr>
            <p:grpSpPr>
              <a:xfrm>
                <a:off x="1804145" y="4681015"/>
                <a:ext cx="466327" cy="474908"/>
                <a:chOff x="11893475" y="1994536"/>
                <a:chExt cx="293191" cy="298584"/>
              </a:xfrm>
              <a:solidFill>
                <a:schemeClr val="bg1">
                  <a:alpha val="5000"/>
                </a:schemeClr>
              </a:solidFill>
            </p:grpSpPr>
            <p:sp>
              <p:nvSpPr>
                <p:cNvPr id="52"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210566" cy="294792"/>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53" name="Freeform 12">
                  <a:extLst>
                    <a:ext uri="{FF2B5EF4-FFF2-40B4-BE49-F238E27FC236}">
                      <a16:creationId xmlns:a16="http://schemas.microsoft.com/office/drawing/2014/main" id="{D88D9717-3185-4A77-8E18-2A8659D441F7}"/>
                    </a:ext>
                  </a:extLst>
                </p:cNvPr>
                <p:cNvSpPr>
                  <a:spLocks/>
                </p:cNvSpPr>
                <p:nvPr/>
              </p:nvSpPr>
              <p:spPr bwMode="auto">
                <a:xfrm>
                  <a:off x="11893475" y="2009126"/>
                  <a:ext cx="113382" cy="283994"/>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
        <p:nvSpPr>
          <p:cNvPr id="70" name="文本占位符 12">
            <a:extLst>
              <a:ext uri="{FF2B5EF4-FFF2-40B4-BE49-F238E27FC236}">
                <a16:creationId xmlns:a16="http://schemas.microsoft.com/office/drawing/2014/main" id="{F63B7C85-1073-4365-852C-DE0C04E61BED}"/>
              </a:ext>
            </a:extLst>
          </p:cNvPr>
          <p:cNvSpPr>
            <a:spLocks noGrp="1"/>
          </p:cNvSpPr>
          <p:nvPr>
            <p:ph type="body" sz="quarter" idx="12" hasCustomPrompt="1"/>
          </p:nvPr>
        </p:nvSpPr>
        <p:spPr>
          <a:xfrm>
            <a:off x="1287429" y="4461296"/>
            <a:ext cx="7373913" cy="1199830"/>
          </a:xfrm>
        </p:spPr>
        <p:txBody>
          <a:bodyPr>
            <a:normAutofit/>
          </a:bodyPr>
          <a:lstStyle>
            <a:lvl1pPr marL="0" indent="0">
              <a:buNone/>
              <a:defRPr sz="2000">
                <a:solidFill>
                  <a:schemeClr val="tx1"/>
                </a:solidFill>
              </a:defRPr>
            </a:lvl1pPr>
          </a:lstStyle>
          <a:p>
            <a:pPr lvl="0"/>
            <a:r>
              <a:rPr lang="zh-CN" altLang="en-US" dirty="0"/>
              <a:t>答辩人：北小理</a:t>
            </a:r>
            <a:endParaRPr lang="en-US" altLang="zh-CN" dirty="0"/>
          </a:p>
          <a:p>
            <a:pPr lvl="0"/>
            <a:r>
              <a:rPr lang="zh-CN" altLang="en-US" dirty="0"/>
              <a:t>导　师：京小工</a:t>
            </a:r>
            <a:endParaRPr lang="en-US" altLang="zh-CN" dirty="0"/>
          </a:p>
          <a:p>
            <a:pPr lvl="0"/>
            <a:r>
              <a:rPr lang="zh-CN" altLang="en-US" dirty="0"/>
              <a:t>时　间：</a:t>
            </a:r>
            <a:fld id="{F6F1CC6F-731D-497C-9A0B-70CB610DC019}" type="datetime1">
              <a:rPr lang="zh-CN" altLang="en-US" smtClean="0"/>
              <a:t>2019/5/27</a:t>
            </a:fld>
            <a:endParaRPr lang="zh-CN" altLang="en-US" dirty="0"/>
          </a:p>
        </p:txBody>
      </p:sp>
    </p:spTree>
    <p:extLst>
      <p:ext uri="{BB962C8B-B14F-4D97-AF65-F5344CB8AC3E}">
        <p14:creationId xmlns:p14="http://schemas.microsoft.com/office/powerpoint/2010/main" val="2562454862"/>
      </p:ext>
    </p:extLst>
  </p:cSld>
  <p:clrMapOvr>
    <a:masterClrMapping/>
  </p:clrMapOvr>
  <p:extLst>
    <p:ext uri="{DCECCB84-F9BA-43D5-87BE-67443E8EF086}">
      <p15:sldGuideLst xmlns:p15="http://schemas.microsoft.com/office/powerpoint/2012/main">
        <p15:guide id="1" pos="3840">
          <p15:clr>
            <a:srgbClr val="FBAE40"/>
          </p15:clr>
        </p15:guide>
        <p15:guide id="2" orient="horz" pos="935">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样式2-1">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1C37BF7-CAE8-4F93-8BE5-229FC17201DA}"/>
              </a:ext>
            </a:extLst>
          </p:cNvPr>
          <p:cNvSpPr/>
          <p:nvPr userDrawn="1"/>
        </p:nvSpPr>
        <p:spPr>
          <a:xfrm>
            <a:off x="0" y="2289050"/>
            <a:ext cx="12192001" cy="19685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pic>
        <p:nvPicPr>
          <p:cNvPr id="2" name="图片 1"/>
          <p:cNvPicPr>
            <a:picLocks noChangeAspect="1"/>
          </p:cNvPicPr>
          <p:nvPr userDrawn="1"/>
        </p:nvPicPr>
        <p:blipFill rotWithShape="1">
          <a:blip r:embed="rId2" cstate="print">
            <a:extLst>
              <a:ext uri="{28A0092B-C50C-407E-A947-70E740481C1C}">
                <a14:useLocalDpi xmlns:a14="http://schemas.microsoft.com/office/drawing/2010/main"/>
              </a:ext>
            </a:extLst>
          </a:blip>
          <a:srcRect t="15558" b="38705"/>
          <a:stretch/>
        </p:blipFill>
        <p:spPr>
          <a:xfrm>
            <a:off x="1" y="0"/>
            <a:ext cx="12192000" cy="2290219"/>
          </a:xfrm>
          <a:prstGeom prst="rect">
            <a:avLst/>
          </a:prstGeom>
        </p:spPr>
      </p:pic>
      <p:sp>
        <p:nvSpPr>
          <p:cNvPr id="10" name="矩形 9">
            <a:extLst>
              <a:ext uri="{FF2B5EF4-FFF2-40B4-BE49-F238E27FC236}">
                <a16:creationId xmlns:a16="http://schemas.microsoft.com/office/drawing/2014/main" id="{41C37BF7-CAE8-4F93-8BE5-229FC17201DA}"/>
              </a:ext>
            </a:extLst>
          </p:cNvPr>
          <p:cNvSpPr/>
          <p:nvPr userDrawn="1"/>
        </p:nvSpPr>
        <p:spPr>
          <a:xfrm>
            <a:off x="-1" y="-7884"/>
            <a:ext cx="12192001" cy="2298103"/>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pic>
        <p:nvPicPr>
          <p:cNvPr id="11" name="图片 10"/>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5024353" y="841210"/>
            <a:ext cx="2143294" cy="599913"/>
          </a:xfrm>
          <a:prstGeom prst="rect">
            <a:avLst/>
          </a:prstGeom>
        </p:spPr>
      </p:pic>
      <p:cxnSp>
        <p:nvCxnSpPr>
          <p:cNvPr id="4" name="直接连接符 3"/>
          <p:cNvCxnSpPr/>
          <p:nvPr userDrawn="1"/>
        </p:nvCxnSpPr>
        <p:spPr>
          <a:xfrm>
            <a:off x="-81481" y="2289050"/>
            <a:ext cx="12339873"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3166605"/>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目录样式2-2">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cxnSp>
        <p:nvCxnSpPr>
          <p:cNvPr id="4" name="直接连接符 3">
            <a:extLst>
              <a:ext uri="{FF2B5EF4-FFF2-40B4-BE49-F238E27FC236}">
                <a16:creationId xmlns:a16="http://schemas.microsoft.com/office/drawing/2014/main" id="{BC809FD0-A9F1-4139-8386-4A9BEBA1CE80}"/>
              </a:ext>
            </a:extLst>
          </p:cNvPr>
          <p:cNvCxnSpPr/>
          <p:nvPr userDrawn="1"/>
        </p:nvCxnSpPr>
        <p:spPr>
          <a:xfrm>
            <a:off x="5723340" y="1294827"/>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8D352C72-A8BD-49E0-9C6C-2C7B147AF3AE}"/>
              </a:ext>
            </a:extLst>
          </p:cNvPr>
          <p:cNvCxnSpPr/>
          <p:nvPr userDrawn="1"/>
        </p:nvCxnSpPr>
        <p:spPr>
          <a:xfrm>
            <a:off x="5723340" y="5613415"/>
            <a:ext cx="745319"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图片 12"/>
          <p:cNvPicPr>
            <a:picLocks noChangeAspect="1"/>
          </p:cNvPicPr>
          <p:nvPr userDrawn="1"/>
        </p:nvPicPr>
        <p:blipFill rotWithShape="1">
          <a:blip r:embed="rId4" cstate="print">
            <a:extLst>
              <a:ext uri="{28A0092B-C50C-407E-A947-70E740481C1C}">
                <a14:useLocalDpi xmlns:a14="http://schemas.microsoft.com/office/drawing/2010/main"/>
              </a:ext>
            </a:extLst>
          </a:blip>
          <a:srcRect l="49471"/>
          <a:stretch/>
        </p:blipFill>
        <p:spPr>
          <a:xfrm>
            <a:off x="-34506" y="163259"/>
            <a:ext cx="3298317" cy="6531481"/>
          </a:xfrm>
          <a:prstGeom prst="rect">
            <a:avLst/>
          </a:prstGeom>
        </p:spPr>
      </p:pic>
      <p:pic>
        <p:nvPicPr>
          <p:cNvPr id="14" name="图片 13"/>
          <p:cNvPicPr>
            <a:picLocks noChangeAspect="1"/>
          </p:cNvPicPr>
          <p:nvPr userDrawn="1"/>
        </p:nvPicPr>
        <p:blipFill rotWithShape="1">
          <a:blip r:embed="rId4" cstate="print">
            <a:extLst>
              <a:ext uri="{28A0092B-C50C-407E-A947-70E740481C1C}">
                <a14:useLocalDpi xmlns:a14="http://schemas.microsoft.com/office/drawing/2010/main"/>
              </a:ext>
            </a:extLst>
          </a:blip>
          <a:srcRect r="49912"/>
          <a:stretch/>
        </p:blipFill>
        <p:spPr>
          <a:xfrm>
            <a:off x="8928190" y="163258"/>
            <a:ext cx="3269562" cy="6531481"/>
          </a:xfrm>
          <a:prstGeom prst="rect">
            <a:avLst/>
          </a:prstGeom>
        </p:spPr>
      </p:pic>
    </p:spTree>
    <p:extLst>
      <p:ext uri="{BB962C8B-B14F-4D97-AF65-F5344CB8AC3E}">
        <p14:creationId xmlns:p14="http://schemas.microsoft.com/office/powerpoint/2010/main" val="904561904"/>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0193"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a:extLst>
                <a:ext uri="{FF2B5EF4-FFF2-40B4-BE49-F238E27FC236}">
                  <a16:creationId xmlns:a16="http://schemas.microsoft.com/office/drawing/2014/main" id="{77A3E9FF-E8D6-4864-AD9A-BC3E704158E7}"/>
                </a:ext>
              </a:extLst>
            </p:cNvPr>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57">
              <a:extLst>
                <a:ext uri="{FF2B5EF4-FFF2-40B4-BE49-F238E27FC236}">
                  <a16:creationId xmlns:a16="http://schemas.microsoft.com/office/drawing/2014/main" id="{0B39D90D-B980-4ADB-95FB-F043B008E76D}"/>
                </a:ext>
              </a:extLst>
            </p:cNvPr>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6" name="组合 10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1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10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10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p:cNvGrpSpPr/>
              <p:nvPr/>
            </p:nvGrpSpPr>
            <p:grpSpPr>
              <a:xfrm>
                <a:off x="4613362" y="313351"/>
                <a:ext cx="454961" cy="453362"/>
                <a:chOff x="11893465" y="1994536"/>
                <a:chExt cx="274986" cy="274018"/>
              </a:xfrm>
              <a:grpFill/>
            </p:grpSpPr>
            <p:sp>
              <p:nvSpPr>
                <p:cNvPr id="9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467869165"/>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页样式1-常规">
    <p:spTree>
      <p:nvGrpSpPr>
        <p:cNvPr id="1" name=""/>
        <p:cNvGrpSpPr/>
        <p:nvPr/>
      </p:nvGrpSpPr>
      <p:grpSpPr>
        <a:xfrm>
          <a:off x="0" y="0"/>
          <a:ext cx="0" cy="0"/>
          <a:chOff x="0" y="0"/>
          <a:chExt cx="0" cy="0"/>
        </a:xfrm>
      </p:grpSpPr>
      <p:cxnSp>
        <p:nvCxnSpPr>
          <p:cNvPr id="2" name="直接连接符 1"/>
          <p:cNvCxnSpPr/>
          <p:nvPr userDrawn="1"/>
        </p:nvCxnSpPr>
        <p:spPr>
          <a:xfrm>
            <a:off x="1550089" y="863157"/>
            <a:ext cx="10318623" cy="0"/>
          </a:xfrm>
          <a:prstGeom prst="line">
            <a:avLst/>
          </a:prstGeom>
          <a:ln w="28575">
            <a:solidFill>
              <a:schemeClr val="accent3"/>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606550"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sp>
        <p:nvSpPr>
          <p:cNvPr id="25" name="矩形 24">
            <a:extLst>
              <a:ext uri="{FF2B5EF4-FFF2-40B4-BE49-F238E27FC236}">
                <a16:creationId xmlns:a16="http://schemas.microsoft.com/office/drawing/2014/main" id="{C10D966C-9DD4-4144-A316-29077EB905B4}"/>
              </a:ext>
            </a:extLst>
          </p:cNvPr>
          <p:cNvSpPr/>
          <p:nvPr userDrawn="1"/>
        </p:nvSpPr>
        <p:spPr>
          <a:xfrm>
            <a:off x="1378908" y="-1612"/>
            <a:ext cx="167082" cy="874737"/>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7" name="直接连接符 6"/>
          <p:cNvCxnSpPr/>
          <p:nvPr userDrawn="1"/>
        </p:nvCxnSpPr>
        <p:spPr>
          <a:xfrm>
            <a:off x="1366474" y="-17822"/>
            <a:ext cx="0" cy="107941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p:cNvGrpSpPr/>
              <p:nvPr/>
            </p:nvGrpSpPr>
            <p:grpSpPr>
              <a:xfrm>
                <a:off x="4613362" y="313351"/>
                <a:ext cx="454961" cy="453362"/>
                <a:chOff x="11893465" y="1994536"/>
                <a:chExt cx="274986" cy="274018"/>
              </a:xfrm>
              <a:grpFill/>
            </p:grpSpPr>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09504941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内页样式1-一段一图-1">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19786"/>
            <a:ext cx="0" cy="76063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userDrawn="1"/>
        </p:nvGrpSpPr>
        <p:grpSpPr>
          <a:xfrm>
            <a:off x="587288" y="6381747"/>
            <a:ext cx="2479573" cy="304965"/>
            <a:chOff x="671368" y="6061309"/>
            <a:chExt cx="2479573" cy="304965"/>
          </a:xfrm>
          <a:solidFill>
            <a:schemeClr val="bg1"/>
          </a:solidFill>
        </p:grpSpPr>
        <p:grpSp>
          <p:nvGrpSpPr>
            <p:cNvPr id="85" name="组合 84"/>
            <p:cNvGrpSpPr/>
            <p:nvPr userDrawn="1"/>
          </p:nvGrpSpPr>
          <p:grpSpPr>
            <a:xfrm>
              <a:off x="2098445" y="6064781"/>
              <a:ext cx="1052496" cy="298683"/>
              <a:chOff x="2373567" y="1096524"/>
              <a:chExt cx="2578404" cy="731714"/>
            </a:xfrm>
            <a:grpFill/>
          </p:grpSpPr>
          <p:sp>
            <p:nvSpPr>
              <p:cNvPr id="10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2" name="组合 10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0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3" name="组合 10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6" name="组合 85"/>
            <p:cNvGrpSpPr/>
            <p:nvPr userDrawn="1"/>
          </p:nvGrpSpPr>
          <p:grpSpPr>
            <a:xfrm>
              <a:off x="671368" y="6061309"/>
              <a:ext cx="1100339" cy="304965"/>
              <a:chOff x="2372715" y="161759"/>
              <a:chExt cx="2695608" cy="747103"/>
            </a:xfrm>
            <a:grpFill/>
          </p:grpSpPr>
          <p:grpSp>
            <p:nvGrpSpPr>
              <p:cNvPr id="87" name="组合 8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9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8" name="组合 8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9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9" name="组合 8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0" name="组合 89"/>
              <p:cNvGrpSpPr/>
              <p:nvPr/>
            </p:nvGrpSpPr>
            <p:grpSpPr>
              <a:xfrm>
                <a:off x="4613362" y="313351"/>
                <a:ext cx="454961" cy="453362"/>
                <a:chOff x="11893465" y="1994536"/>
                <a:chExt cx="274986" cy="274018"/>
              </a:xfrm>
              <a:grpFill/>
            </p:grpSpPr>
            <p:sp>
              <p:nvSpPr>
                <p:cNvPr id="9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7" name="标题 11">
            <a:extLst>
              <a:ext uri="{FF2B5EF4-FFF2-40B4-BE49-F238E27FC236}">
                <a16:creationId xmlns:a16="http://schemas.microsoft.com/office/drawing/2014/main" id="{F740B2F3-F46E-47AE-8C0D-F561C0D52E87}"/>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3908437806"/>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页样式1-一段一图-2">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837818" y="347339"/>
            <a:ext cx="1969223" cy="432990"/>
          </a:xfrm>
          <a:prstGeom prst="rect">
            <a:avLst/>
          </a:prstGeom>
        </p:spPr>
      </p:pic>
      <p:cxnSp>
        <p:nvCxnSpPr>
          <p:cNvPr id="5" name="直接连接符 4"/>
          <p:cNvCxnSpPr/>
          <p:nvPr userDrawn="1"/>
        </p:nvCxnSpPr>
        <p:spPr>
          <a:xfrm>
            <a:off x="11155416" y="6133167"/>
            <a:ext cx="0" cy="7561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6363582"/>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内页样式2-常规">
    <p:spTree>
      <p:nvGrpSpPr>
        <p:cNvPr id="1" name=""/>
        <p:cNvGrpSpPr/>
        <p:nvPr/>
      </p:nvGrpSpPr>
      <p:grpSpPr>
        <a:xfrm>
          <a:off x="0" y="0"/>
          <a:ext cx="0" cy="0"/>
          <a:chOff x="0" y="0"/>
          <a:chExt cx="0" cy="0"/>
        </a:xfrm>
      </p:grpSpPr>
      <p:sp>
        <p:nvSpPr>
          <p:cNvPr id="12" name="标题 11"/>
          <p:cNvSpPr>
            <a:spLocks noGrp="1"/>
          </p:cNvSpPr>
          <p:nvPr>
            <p:ph type="title"/>
          </p:nvPr>
        </p:nvSpPr>
        <p:spPr>
          <a:xfrm>
            <a:off x="577850"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0193" y="252089"/>
            <a:ext cx="1969223" cy="432990"/>
          </a:xfrm>
          <a:prstGeom prst="rect">
            <a:avLst/>
          </a:prstGeom>
        </p:spPr>
      </p:pic>
      <p:grpSp>
        <p:nvGrpSpPr>
          <p:cNvPr id="2" name="组合 1"/>
          <p:cNvGrpSpPr/>
          <p:nvPr userDrawn="1"/>
        </p:nvGrpSpPr>
        <p:grpSpPr>
          <a:xfrm>
            <a:off x="-9524" y="122428"/>
            <a:ext cx="559928" cy="699303"/>
            <a:chOff x="-9524" y="122428"/>
            <a:chExt cx="559928" cy="699303"/>
          </a:xfrm>
        </p:grpSpPr>
        <p:sp>
          <p:nvSpPr>
            <p:cNvPr id="85" name="任意多边形: 形状 56">
              <a:extLst>
                <a:ext uri="{FF2B5EF4-FFF2-40B4-BE49-F238E27FC236}">
                  <a16:creationId xmlns:a16="http://schemas.microsoft.com/office/drawing/2014/main" id="{77A3E9FF-E8D6-4864-AD9A-BC3E704158E7}"/>
                </a:ext>
              </a:extLst>
            </p:cNvPr>
            <p:cNvSpPr/>
            <p:nvPr userDrawn="1"/>
          </p:nvSpPr>
          <p:spPr>
            <a:xfrm>
              <a:off x="-9524" y="122428"/>
              <a:ext cx="559928" cy="699303"/>
            </a:xfrm>
            <a:custGeom>
              <a:avLst/>
              <a:gdLst>
                <a:gd name="connsiteX0" fmla="*/ 0 w 436410"/>
                <a:gd name="connsiteY0" fmla="*/ 0 h 895350"/>
                <a:gd name="connsiteX1" fmla="*/ 436410 w 436410"/>
                <a:gd name="connsiteY1" fmla="*/ 0 h 895350"/>
                <a:gd name="connsiteX2" fmla="*/ 250915 w 436410"/>
                <a:gd name="connsiteY2" fmla="*/ 895350 h 895350"/>
                <a:gd name="connsiteX3" fmla="*/ 0 w 436410"/>
                <a:gd name="connsiteY3" fmla="*/ 895350 h 895350"/>
              </a:gdLst>
              <a:ahLst/>
              <a:cxnLst>
                <a:cxn ang="0">
                  <a:pos x="connsiteX0" y="connsiteY0"/>
                </a:cxn>
                <a:cxn ang="0">
                  <a:pos x="connsiteX1" y="connsiteY1"/>
                </a:cxn>
                <a:cxn ang="0">
                  <a:pos x="connsiteX2" y="connsiteY2"/>
                </a:cxn>
                <a:cxn ang="0">
                  <a:pos x="connsiteX3" y="connsiteY3"/>
                </a:cxn>
              </a:cxnLst>
              <a:rect l="l" t="t" r="r" b="b"/>
              <a:pathLst>
                <a:path w="436410" h="895350">
                  <a:moveTo>
                    <a:pt x="0" y="0"/>
                  </a:moveTo>
                  <a:lnTo>
                    <a:pt x="436410" y="0"/>
                  </a:lnTo>
                  <a:lnTo>
                    <a:pt x="250915" y="895350"/>
                  </a:lnTo>
                  <a:lnTo>
                    <a:pt x="0" y="89535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任意多边形: 形状 57">
              <a:extLst>
                <a:ext uri="{FF2B5EF4-FFF2-40B4-BE49-F238E27FC236}">
                  <a16:creationId xmlns:a16="http://schemas.microsoft.com/office/drawing/2014/main" id="{0B39D90D-B980-4ADB-95FB-F043B008E76D}"/>
                </a:ext>
              </a:extLst>
            </p:cNvPr>
            <p:cNvSpPr/>
            <p:nvPr userDrawn="1"/>
          </p:nvSpPr>
          <p:spPr>
            <a:xfrm>
              <a:off x="417309" y="379233"/>
              <a:ext cx="96622" cy="221903"/>
            </a:xfrm>
            <a:custGeom>
              <a:avLst/>
              <a:gdLst>
                <a:gd name="connsiteX0" fmla="*/ 144879 w 185359"/>
                <a:gd name="connsiteY0" fmla="*/ 0 h 699303"/>
                <a:gd name="connsiteX1" fmla="*/ 185359 w 185359"/>
                <a:gd name="connsiteY1" fmla="*/ 0 h 699303"/>
                <a:gd name="connsiteX2" fmla="*/ 40480 w 185359"/>
                <a:gd name="connsiteY2" fmla="*/ 699303 h 699303"/>
                <a:gd name="connsiteX3" fmla="*/ 0 w 185359"/>
                <a:gd name="connsiteY3" fmla="*/ 699303 h 699303"/>
              </a:gdLst>
              <a:ahLst/>
              <a:cxnLst>
                <a:cxn ang="0">
                  <a:pos x="connsiteX0" y="connsiteY0"/>
                </a:cxn>
                <a:cxn ang="0">
                  <a:pos x="connsiteX1" y="connsiteY1"/>
                </a:cxn>
                <a:cxn ang="0">
                  <a:pos x="connsiteX2" y="connsiteY2"/>
                </a:cxn>
                <a:cxn ang="0">
                  <a:pos x="connsiteX3" y="connsiteY3"/>
                </a:cxn>
              </a:cxnLst>
              <a:rect l="l" t="t" r="r" b="b"/>
              <a:pathLst>
                <a:path w="185359" h="699303">
                  <a:moveTo>
                    <a:pt x="144879" y="0"/>
                  </a:moveTo>
                  <a:lnTo>
                    <a:pt x="185359" y="0"/>
                  </a:lnTo>
                  <a:lnTo>
                    <a:pt x="40480" y="699303"/>
                  </a:lnTo>
                  <a:lnTo>
                    <a:pt x="0" y="699303"/>
                  </a:lnTo>
                  <a:close/>
                </a:path>
              </a:pathLst>
            </a:custGeom>
            <a:solidFill>
              <a:schemeClr val="accent4"/>
            </a:solidFill>
            <a:ln w="381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6" name="组合 10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1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10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10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p:cNvGrpSpPr/>
              <p:nvPr/>
            </p:nvGrpSpPr>
            <p:grpSpPr>
              <a:xfrm>
                <a:off x="4613362" y="313351"/>
                <a:ext cx="454961" cy="453362"/>
                <a:chOff x="11893465" y="1994536"/>
                <a:chExt cx="274986" cy="274018"/>
              </a:xfrm>
              <a:grpFill/>
            </p:grpSpPr>
            <p:sp>
              <p:nvSpPr>
                <p:cNvPr id="9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409286770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页样式2-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83" name="组合 82"/>
          <p:cNvGrpSpPr/>
          <p:nvPr userDrawn="1"/>
        </p:nvGrpSpPr>
        <p:grpSpPr>
          <a:xfrm>
            <a:off x="587288" y="6381747"/>
            <a:ext cx="2479573" cy="304965"/>
            <a:chOff x="671368" y="6061309"/>
            <a:chExt cx="2479573" cy="304965"/>
          </a:xfrm>
          <a:solidFill>
            <a:schemeClr val="accent3"/>
          </a:solidFill>
        </p:grpSpPr>
        <p:grpSp>
          <p:nvGrpSpPr>
            <p:cNvPr id="84" name="组合 83"/>
            <p:cNvGrpSpPr/>
            <p:nvPr userDrawn="1"/>
          </p:nvGrpSpPr>
          <p:grpSpPr>
            <a:xfrm>
              <a:off x="2098445" y="6064781"/>
              <a:ext cx="1052496" cy="298683"/>
              <a:chOff x="2373567" y="1096524"/>
              <a:chExt cx="2578404" cy="731714"/>
            </a:xfrm>
            <a:grpFill/>
          </p:grpSpPr>
          <p:sp>
            <p:nvSpPr>
              <p:cNvPr id="10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106" name="组合 10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11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07" name="组合 10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10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89" name="组合 88"/>
            <p:cNvGrpSpPr/>
            <p:nvPr userDrawn="1"/>
          </p:nvGrpSpPr>
          <p:grpSpPr>
            <a:xfrm>
              <a:off x="671368" y="6061309"/>
              <a:ext cx="1100339" cy="304965"/>
              <a:chOff x="2372715" y="161759"/>
              <a:chExt cx="2695608" cy="747103"/>
            </a:xfrm>
            <a:grpFill/>
          </p:grpSpPr>
          <p:grpSp>
            <p:nvGrpSpPr>
              <p:cNvPr id="91" name="组合 9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10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2" name="组合 9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10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0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3" name="组合 9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9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9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94" name="组合 93"/>
              <p:cNvGrpSpPr/>
              <p:nvPr/>
            </p:nvGrpSpPr>
            <p:grpSpPr>
              <a:xfrm>
                <a:off x="4613362" y="313351"/>
                <a:ext cx="454961" cy="453362"/>
                <a:chOff x="11893465" y="1994536"/>
                <a:chExt cx="274986" cy="274018"/>
              </a:xfrm>
              <a:grpFill/>
            </p:grpSpPr>
            <p:sp>
              <p:nvSpPr>
                <p:cNvPr id="9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6" name="标题 11">
            <a:extLst>
              <a:ext uri="{FF2B5EF4-FFF2-40B4-BE49-F238E27FC236}">
                <a16:creationId xmlns:a16="http://schemas.microsoft.com/office/drawing/2014/main" id="{C75E756C-98CD-4DE4-BB41-9C72D0D63F70}"/>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1471466457"/>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内页样式2-一段一图-2">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88" name="矩形 87">
            <a:extLst>
              <a:ext uri="{FF2B5EF4-FFF2-40B4-BE49-F238E27FC236}">
                <a16:creationId xmlns:a16="http://schemas.microsoft.com/office/drawing/2014/main" id="{CE6666C3-355D-4A5C-A830-6BBD90D5F1FE}"/>
              </a:ext>
            </a:extLst>
          </p:cNvPr>
          <p:cNvSpPr/>
          <p:nvPr userDrawn="1"/>
        </p:nvSpPr>
        <p:spPr>
          <a:xfrm>
            <a:off x="12146281" y="336478"/>
            <a:ext cx="45719" cy="26597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790193" y="252089"/>
            <a:ext cx="1969223" cy="432990"/>
          </a:xfrm>
          <a:prstGeom prst="rect">
            <a:avLst/>
          </a:prstGeom>
        </p:spPr>
      </p:pic>
    </p:spTree>
    <p:extLst>
      <p:ext uri="{BB962C8B-B14F-4D97-AF65-F5344CB8AC3E}">
        <p14:creationId xmlns:p14="http://schemas.microsoft.com/office/powerpoint/2010/main" val="2105148266"/>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内页样式3-常规">
    <p:spTree>
      <p:nvGrpSpPr>
        <p:cNvPr id="1" name=""/>
        <p:cNvGrpSpPr/>
        <p:nvPr/>
      </p:nvGrpSpPr>
      <p:grpSpPr>
        <a:xfrm>
          <a:off x="0" y="0"/>
          <a:ext cx="0" cy="0"/>
          <a:chOff x="0" y="0"/>
          <a:chExt cx="0" cy="0"/>
        </a:xfrm>
      </p:grpSpPr>
      <p:sp>
        <p:nvSpPr>
          <p:cNvPr id="32" name="任意多边形: 形状 77">
            <a:extLst>
              <a:ext uri="{FF2B5EF4-FFF2-40B4-BE49-F238E27FC236}">
                <a16:creationId xmlns:a16="http://schemas.microsoft.com/office/drawing/2014/main" id="{234BC7E1-028A-4463-99ED-1994A3ADEC14}"/>
              </a:ext>
            </a:extLst>
          </p:cNvPr>
          <p:cNvSpPr/>
          <p:nvPr userDrawn="1"/>
        </p:nvSpPr>
        <p:spPr>
          <a:xfrm>
            <a:off x="10114068" y="210207"/>
            <a:ext cx="2789025" cy="573228"/>
          </a:xfrm>
          <a:custGeom>
            <a:avLst/>
            <a:gdLst>
              <a:gd name="connsiteX0" fmla="*/ 83399 w 1678507"/>
              <a:gd name="connsiteY0" fmla="*/ 0 h 573228"/>
              <a:gd name="connsiteX1" fmla="*/ 1678507 w 1678507"/>
              <a:gd name="connsiteY1" fmla="*/ 0 h 573228"/>
              <a:gd name="connsiteX2" fmla="*/ 1678507 w 1678507"/>
              <a:gd name="connsiteY2" fmla="*/ 573228 h 573228"/>
              <a:gd name="connsiteX3" fmla="*/ 0 w 1678507"/>
              <a:gd name="connsiteY3" fmla="*/ 573228 h 573228"/>
            </a:gdLst>
            <a:ahLst/>
            <a:cxnLst>
              <a:cxn ang="0">
                <a:pos x="connsiteX0" y="connsiteY0"/>
              </a:cxn>
              <a:cxn ang="0">
                <a:pos x="connsiteX1" y="connsiteY1"/>
              </a:cxn>
              <a:cxn ang="0">
                <a:pos x="connsiteX2" y="connsiteY2"/>
              </a:cxn>
              <a:cxn ang="0">
                <a:pos x="connsiteX3" y="connsiteY3"/>
              </a:cxn>
            </a:cxnLst>
            <a:rect l="l" t="t" r="r" b="b"/>
            <a:pathLst>
              <a:path w="1678507" h="573228">
                <a:moveTo>
                  <a:pt x="83399" y="0"/>
                </a:moveTo>
                <a:lnTo>
                  <a:pt x="1678507" y="0"/>
                </a:lnTo>
                <a:lnTo>
                  <a:pt x="1678507" y="573228"/>
                </a:lnTo>
                <a:lnTo>
                  <a:pt x="0" y="573228"/>
                </a:lnTo>
                <a:close/>
              </a:path>
            </a:pathLst>
          </a:custGeom>
          <a:solidFill>
            <a:schemeClr val="accent1"/>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rtlCol="0" anchor="ctr">
            <a:noAutofit/>
          </a:bodyPr>
          <a:lstStyle/>
          <a:p>
            <a:pPr algn="ctr">
              <a:lnSpc>
                <a:spcPct val="120000"/>
              </a:lnSpc>
            </a:pPr>
            <a:endParaRPr lang="zh-CN" altLang="en-US" dirty="0">
              <a:cs typeface="+mn-ea"/>
              <a:sym typeface="+mn-lt"/>
            </a:endParaRPr>
          </a:p>
        </p:txBody>
      </p:sp>
      <p:sp>
        <p:nvSpPr>
          <p:cNvPr id="4" name="平行四边形 3">
            <a:extLst>
              <a:ext uri="{FF2B5EF4-FFF2-40B4-BE49-F238E27FC236}">
                <a16:creationId xmlns:a16="http://schemas.microsoft.com/office/drawing/2014/main" id="{91BC6857-420C-4F20-ABBF-78DDE1D9F36B}"/>
              </a:ext>
            </a:extLst>
          </p:cNvPr>
          <p:cNvSpPr/>
          <p:nvPr userDrawn="1"/>
        </p:nvSpPr>
        <p:spPr>
          <a:xfrm>
            <a:off x="198120" y="302341"/>
            <a:ext cx="746398" cy="342128"/>
          </a:xfrm>
          <a:prstGeom prst="parallelogram">
            <a:avLst>
              <a:gd name="adj" fmla="val 25000"/>
            </a:avLst>
          </a:prstGeom>
          <a:solidFill>
            <a:schemeClr val="accent4"/>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lnSpc>
                <a:spcPct val="120000"/>
              </a:lnSpc>
            </a:pPr>
            <a:endParaRPr lang="zh-CN" altLang="en-US">
              <a:cs typeface="+mn-ea"/>
              <a:sym typeface="+mn-lt"/>
            </a:endParaRPr>
          </a:p>
        </p:txBody>
      </p:sp>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949325"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pic>
        <p:nvPicPr>
          <p:cNvPr id="98" name="图片 97"/>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277475" y="241566"/>
            <a:ext cx="1819275" cy="509219"/>
          </a:xfrm>
          <a:prstGeom prst="rect">
            <a:avLst/>
          </a:prstGeom>
        </p:spPr>
      </p:pic>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5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2" name="组合 51">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4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4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8" name="组合 37">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p:cNvGrpSpPr/>
              <p:nvPr/>
            </p:nvGrpSpPr>
            <p:grpSpPr>
              <a:xfrm>
                <a:off x="4613362" y="313351"/>
                <a:ext cx="454961" cy="453362"/>
                <a:chOff x="11893465" y="1994536"/>
                <a:chExt cx="274986" cy="274018"/>
              </a:xfrm>
              <a:grpFill/>
            </p:grpSpPr>
            <p:sp>
              <p:nvSpPr>
                <p:cNvPr id="40"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280115119"/>
      </p:ext>
    </p:extLst>
  </p:cSld>
  <p:clrMapOvr>
    <a:masterClrMapping/>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页样式3-一段一图-1">
    <p:spTree>
      <p:nvGrpSpPr>
        <p:cNvPr id="1" name=""/>
        <p:cNvGrpSpPr/>
        <p:nvPr/>
      </p:nvGrpSpPr>
      <p:grpSpPr>
        <a:xfrm>
          <a:off x="0" y="0"/>
          <a:ext cx="0" cy="0"/>
          <a:chOff x="0" y="0"/>
          <a:chExt cx="0" cy="0"/>
        </a:xfrm>
      </p:grpSpPr>
      <p:sp>
        <p:nvSpPr>
          <p:cNvPr id="71" name="文本框 7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6" name="直接连接符 95">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97" name="标题 11"/>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grpSp>
        <p:nvGrpSpPr>
          <p:cNvPr id="33" name="组合 32"/>
          <p:cNvGrpSpPr/>
          <p:nvPr userDrawn="1"/>
        </p:nvGrpSpPr>
        <p:grpSpPr>
          <a:xfrm>
            <a:off x="587288" y="6381747"/>
            <a:ext cx="2479573" cy="304965"/>
            <a:chOff x="671368" y="6061309"/>
            <a:chExt cx="2479573" cy="304965"/>
          </a:xfrm>
          <a:solidFill>
            <a:schemeClr val="accent3"/>
          </a:solidFill>
        </p:grpSpPr>
        <p:grpSp>
          <p:nvGrpSpPr>
            <p:cNvPr id="34" name="组合 33"/>
            <p:cNvGrpSpPr/>
            <p:nvPr userDrawn="1"/>
          </p:nvGrpSpPr>
          <p:grpSpPr>
            <a:xfrm>
              <a:off x="2098445" y="6064781"/>
              <a:ext cx="1052496" cy="298683"/>
              <a:chOff x="2373567" y="1096524"/>
              <a:chExt cx="2578404" cy="731714"/>
            </a:xfrm>
            <a:grpFill/>
          </p:grpSpPr>
          <p:sp>
            <p:nvSpPr>
              <p:cNvPr id="49"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1" name="组合 50">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5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2" name="组合 51">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5" name="组合 34"/>
            <p:cNvGrpSpPr/>
            <p:nvPr userDrawn="1"/>
          </p:nvGrpSpPr>
          <p:grpSpPr>
            <a:xfrm>
              <a:off x="671368" y="6061309"/>
              <a:ext cx="1100339" cy="304965"/>
              <a:chOff x="2372715" y="161759"/>
              <a:chExt cx="2695608" cy="747103"/>
            </a:xfrm>
            <a:grpFill/>
          </p:grpSpPr>
          <p:grpSp>
            <p:nvGrpSpPr>
              <p:cNvPr id="36" name="组合 35">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4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7" name="组合 36">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4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8" name="组合 37">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p:cNvGrpSpPr/>
              <p:nvPr/>
            </p:nvGrpSpPr>
            <p:grpSpPr>
              <a:xfrm>
                <a:off x="4613362" y="313351"/>
                <a:ext cx="454961" cy="453362"/>
                <a:chOff x="11893465" y="1994536"/>
                <a:chExt cx="274986" cy="274018"/>
              </a:xfrm>
              <a:grpFill/>
            </p:grpSpPr>
            <p:sp>
              <p:nvSpPr>
                <p:cNvPr id="40"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3709782701"/>
      </p:ext>
    </p:extLst>
  </p:cSld>
  <p:clrMapOvr>
    <a:masterClrMapping/>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页样式４-常规">
    <p:spTree>
      <p:nvGrpSpPr>
        <p:cNvPr id="1" name=""/>
        <p:cNvGrpSpPr/>
        <p:nvPr/>
      </p:nvGrpSpPr>
      <p:grpSpPr>
        <a:xfrm>
          <a:off x="0" y="0"/>
          <a:ext cx="0" cy="0"/>
          <a:chOff x="0" y="0"/>
          <a:chExt cx="0" cy="0"/>
        </a:xfrm>
      </p:grpSpPr>
      <p:cxnSp>
        <p:nvCxnSpPr>
          <p:cNvPr id="2" name="直接连接符 1"/>
          <p:cNvCxnSpPr/>
          <p:nvPr userDrawn="1"/>
        </p:nvCxnSpPr>
        <p:spPr>
          <a:xfrm>
            <a:off x="1366474" y="863157"/>
            <a:ext cx="10502238"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矩形 2">
            <a:extLst>
              <a:ext uri="{FF2B5EF4-FFF2-40B4-BE49-F238E27FC236}">
                <a16:creationId xmlns:a16="http://schemas.microsoft.com/office/drawing/2014/main" id="{C10D966C-9DD4-4144-A316-29077EB905B4}"/>
              </a:ext>
            </a:extLst>
          </p:cNvPr>
          <p:cNvSpPr/>
          <p:nvPr userDrawn="1"/>
        </p:nvSpPr>
        <p:spPr>
          <a:xfrm>
            <a:off x="318632" y="0"/>
            <a:ext cx="1048735" cy="873125"/>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12" name="标题 11"/>
          <p:cNvSpPr>
            <a:spLocks noGrp="1"/>
          </p:cNvSpPr>
          <p:nvPr>
            <p:ph type="title"/>
          </p:nvPr>
        </p:nvSpPr>
        <p:spPr>
          <a:xfrm>
            <a:off x="1368806" y="34431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0" name="图片 14"/>
          <p:cNvPicPr>
            <a:picLocks noChangeAspect="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77958573"/>
      </p:ext>
    </p:extLst>
  </p:cSld>
  <p:clrMapOvr>
    <a:masterClrMapping/>
  </p:clrMapOvr>
  <p:transition spd="med">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内页样式４-一段一图-1">
    <p:spTree>
      <p:nvGrpSpPr>
        <p:cNvPr id="1" name=""/>
        <p:cNvGrpSpPr/>
        <p:nvPr/>
      </p:nvGrpSpPr>
      <p:grpSpPr>
        <a:xfrm>
          <a:off x="0" y="0"/>
          <a:ext cx="0" cy="0"/>
          <a:chOff x="0" y="0"/>
          <a:chExt cx="0" cy="0"/>
        </a:xfrm>
      </p:grpSpPr>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矩形 4">
            <a:extLst>
              <a:ext uri="{FF2B5EF4-FFF2-40B4-BE49-F238E27FC236}">
                <a16:creationId xmlns:a16="http://schemas.microsoft.com/office/drawing/2014/main" id="{6833366C-F485-4B9F-89F5-27A807162B12}"/>
              </a:ext>
            </a:extLst>
          </p:cNvPr>
          <p:cNvSpPr/>
          <p:nvPr userDrawn="1"/>
        </p:nvSpPr>
        <p:spPr>
          <a:xfrm>
            <a:off x="318631" y="6188075"/>
            <a:ext cx="10844339" cy="669925"/>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6632" y="6351003"/>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60" name="图片 14"/>
          <p:cNvPicPr>
            <a:picLocks noChangeAspect="1"/>
          </p:cNvPicPr>
          <p:nvPr userDrawn="1"/>
        </p:nvPicPr>
        <p:blipFill>
          <a:blip r:embed="rId2" cstate="print">
            <a:extLst>
              <a:ext uri="{28A0092B-C50C-407E-A947-70E740481C1C}">
                <a14:useLocalDpi xmlns:a14="http://schemas.microsoft.com/office/drawing/2010/main"/>
              </a:ext>
            </a:extLst>
          </a:blip>
          <a:srcRect/>
          <a:stretch>
            <a:fillRect/>
          </a:stretch>
        </p:blipFill>
        <p:spPr bwMode="auto">
          <a:xfrm>
            <a:off x="409575" y="6269038"/>
            <a:ext cx="181768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标题 11">
            <a:extLst>
              <a:ext uri="{FF2B5EF4-FFF2-40B4-BE49-F238E27FC236}">
                <a16:creationId xmlns:a16="http://schemas.microsoft.com/office/drawing/2014/main" id="{B751A2AD-C679-48C2-AFF3-1AB781A3D02A}"/>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2089741495"/>
      </p:ext>
    </p:extLst>
  </p:cSld>
  <p:clrMapOvr>
    <a:masterClrMapping/>
  </p:clrMapOvr>
  <p:transition spd="med">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内页样式４-一段一图-2">
    <p:spTree>
      <p:nvGrpSpPr>
        <p:cNvPr id="1" name=""/>
        <p:cNvGrpSpPr/>
        <p:nvPr/>
      </p:nvGrpSpPr>
      <p:grpSpPr>
        <a:xfrm>
          <a:off x="0" y="0"/>
          <a:ext cx="0" cy="0"/>
          <a:chOff x="0" y="0"/>
          <a:chExt cx="0" cy="0"/>
        </a:xfrm>
      </p:grpSpPr>
      <p:cxnSp>
        <p:nvCxnSpPr>
          <p:cNvPr id="2" name="直接连接符 1"/>
          <p:cNvCxnSpPr/>
          <p:nvPr userDrawn="1"/>
        </p:nvCxnSpPr>
        <p:spPr>
          <a:xfrm>
            <a:off x="10185149" y="863157"/>
            <a:ext cx="1683563"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矩形 23">
            <a:extLst>
              <a:ext uri="{FF2B5EF4-FFF2-40B4-BE49-F238E27FC236}">
                <a16:creationId xmlns:a16="http://schemas.microsoft.com/office/drawing/2014/main" id="{6833366C-F485-4B9F-89F5-27A807162B12}"/>
              </a:ext>
            </a:extLst>
          </p:cNvPr>
          <p:cNvSpPr/>
          <p:nvPr userDrawn="1"/>
        </p:nvSpPr>
        <p:spPr>
          <a:xfrm>
            <a:off x="11155416" y="6188075"/>
            <a:ext cx="713296" cy="669925"/>
          </a:xfrm>
          <a:prstGeom prst="rect">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cxnSp>
        <p:nvCxnSpPr>
          <p:cNvPr id="58" name="直接连接符 57"/>
          <p:cNvCxnSpPr/>
          <p:nvPr userDrawn="1"/>
        </p:nvCxnSpPr>
        <p:spPr>
          <a:xfrm>
            <a:off x="11155416" y="6188075"/>
            <a:ext cx="0" cy="66558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59" name="图片 13"/>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bwMode="auto">
          <a:xfrm>
            <a:off x="10101715" y="214313"/>
            <a:ext cx="1864408" cy="69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4557532"/>
      </p:ext>
    </p:extLst>
  </p:cSld>
  <p:clrMapOvr>
    <a:masterClrMapping/>
  </p:clrMapOvr>
  <p:transition spd="med">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内页样式5-常规">
    <p:spTree>
      <p:nvGrpSpPr>
        <p:cNvPr id="1" name=""/>
        <p:cNvGrpSpPr/>
        <p:nvPr/>
      </p:nvGrpSpPr>
      <p:grpSpPr>
        <a:xfrm>
          <a:off x="0" y="0"/>
          <a:ext cx="0" cy="0"/>
          <a:chOff x="0" y="0"/>
          <a:chExt cx="0" cy="0"/>
        </a:xfrm>
      </p:grpSpPr>
      <p:sp>
        <p:nvSpPr>
          <p:cNvPr id="12" name="标题 11"/>
          <p:cNvSpPr>
            <a:spLocks noGrp="1"/>
          </p:cNvSpPr>
          <p:nvPr>
            <p:ph type="title"/>
          </p:nvPr>
        </p:nvSpPr>
        <p:spPr>
          <a:xfrm>
            <a:off x="749863" y="249067"/>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57" name="图片 56"/>
          <p:cNvPicPr>
            <a:picLocks noChangeAspect="1"/>
          </p:cNvPicPr>
          <p:nvPr userDrawn="1"/>
        </p:nvPicPr>
        <p:blipFill rotWithShape="1">
          <a:blip r:embed="rId2" cstate="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cxnSp>
        <p:nvCxnSpPr>
          <p:cNvPr id="87" name="直接连接符 86">
            <a:extLst>
              <a:ext uri="{FF2B5EF4-FFF2-40B4-BE49-F238E27FC236}">
                <a16:creationId xmlns:a16="http://schemas.microsoft.com/office/drawing/2014/main" id="{1375EC85-F9E6-44D2-9F15-53B5B6F75476}"/>
              </a:ext>
            </a:extLst>
          </p:cNvPr>
          <p:cNvCxnSpPr>
            <a:cxnSpLocks/>
          </p:cNvCxnSpPr>
          <p:nvPr userDrawn="1"/>
        </p:nvCxnSpPr>
        <p:spPr>
          <a:xfrm>
            <a:off x="442913" y="821731"/>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userDrawn="1"/>
        </p:nvGrpSpPr>
        <p:grpSpPr>
          <a:xfrm>
            <a:off x="-511603" y="253621"/>
            <a:ext cx="1221064" cy="438825"/>
            <a:chOff x="-529708" y="381991"/>
            <a:chExt cx="1221064" cy="438825"/>
          </a:xfrm>
        </p:grpSpPr>
        <p:sp>
          <p:nvSpPr>
            <p:cNvPr id="58" name="梯形 57">
              <a:extLst>
                <a:ext uri="{FF2B5EF4-FFF2-40B4-BE49-F238E27FC236}">
                  <a16:creationId xmlns:a16="http://schemas.microsoft.com/office/drawing/2014/main" id="{5065A524-15E6-4769-B9ED-7868E19ADB1E}"/>
                </a:ext>
              </a:extLst>
            </p:cNvPr>
            <p:cNvSpPr/>
            <p:nvPr userDrawn="1"/>
          </p:nvSpPr>
          <p:spPr>
            <a:xfrm rot="16200000">
              <a:off x="-107121" y="-40596"/>
              <a:ext cx="375890" cy="1221064"/>
            </a:xfrm>
            <a:prstGeom prst="trapezoid">
              <a:avLst>
                <a:gd name="adj" fmla="val 7230"/>
              </a:avLst>
            </a:prstGeom>
            <a:gradFill>
              <a:gsLst>
                <a:gs pos="100000">
                  <a:schemeClr val="accent1"/>
                </a:gs>
                <a:gs pos="0">
                  <a:schemeClr val="accent1">
                    <a:alpha val="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梯形 58">
              <a:extLst>
                <a:ext uri="{FF2B5EF4-FFF2-40B4-BE49-F238E27FC236}">
                  <a16:creationId xmlns:a16="http://schemas.microsoft.com/office/drawing/2014/main" id="{AC403C93-604F-4B72-B919-463ACA49C29B}"/>
                </a:ext>
              </a:extLst>
            </p:cNvPr>
            <p:cNvSpPr/>
            <p:nvPr userDrawn="1"/>
          </p:nvSpPr>
          <p:spPr>
            <a:xfrm rot="16200000">
              <a:off x="-79397" y="146495"/>
              <a:ext cx="267255" cy="1058332"/>
            </a:xfrm>
            <a:prstGeom prst="trapezoid">
              <a:avLst>
                <a:gd name="adj" fmla="val 723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梯形 59">
              <a:extLst>
                <a:ext uri="{FF2B5EF4-FFF2-40B4-BE49-F238E27FC236}">
                  <a16:creationId xmlns:a16="http://schemas.microsoft.com/office/drawing/2014/main" id="{AC403C93-604F-4B72-B919-463ACA49C29B}"/>
                </a:ext>
              </a:extLst>
            </p:cNvPr>
            <p:cNvSpPr/>
            <p:nvPr userDrawn="1"/>
          </p:nvSpPr>
          <p:spPr>
            <a:xfrm rot="16200000">
              <a:off x="-95133" y="158023"/>
              <a:ext cx="267255" cy="1058332"/>
            </a:xfrm>
            <a:prstGeom prst="trapezoid">
              <a:avLst>
                <a:gd name="adj" fmla="val 7230"/>
              </a:avLst>
            </a:prstGeom>
            <a:gradFill flip="none" rotWithShape="1">
              <a:gsLst>
                <a:gs pos="100000">
                  <a:schemeClr val="accent4"/>
                </a:gs>
                <a:gs pos="0">
                  <a:schemeClr val="accent4">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79" name="组合 78">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8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8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7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7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6" name="组合 65">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7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7" name="组合 66"/>
              <p:cNvGrpSpPr/>
              <p:nvPr/>
            </p:nvGrpSpPr>
            <p:grpSpPr>
              <a:xfrm>
                <a:off x="4613362" y="313351"/>
                <a:ext cx="454961" cy="453362"/>
                <a:chOff x="11893465" y="1994536"/>
                <a:chExt cx="274986" cy="274018"/>
              </a:xfrm>
              <a:grpFill/>
            </p:grpSpPr>
            <p:sp>
              <p:nvSpPr>
                <p:cNvPr id="68"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273949734"/>
      </p:ext>
    </p:extLst>
  </p:cSld>
  <p:clrMapOvr>
    <a:masterClrMapping/>
  </p:clrMapOvr>
  <p:transition spd="med">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内页样式5-一段一图-1">
    <p:spTree>
      <p:nvGrpSpPr>
        <p:cNvPr id="1" name=""/>
        <p:cNvGrpSpPr/>
        <p:nvPr/>
      </p:nvGrpSpPr>
      <p:grpSpPr>
        <a:xfrm>
          <a:off x="0" y="0"/>
          <a:ext cx="0" cy="0"/>
          <a:chOff x="0" y="0"/>
          <a:chExt cx="0" cy="0"/>
        </a:xfrm>
      </p:grpSpPr>
      <p:sp>
        <p:nvSpPr>
          <p:cNvPr id="6" name="文本框 5"/>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90" name="直接连接符 89">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61" name="组合 60"/>
          <p:cNvGrpSpPr/>
          <p:nvPr userDrawn="1"/>
        </p:nvGrpSpPr>
        <p:grpSpPr>
          <a:xfrm>
            <a:off x="587288" y="6381747"/>
            <a:ext cx="2479573" cy="304965"/>
            <a:chOff x="671368" y="6061309"/>
            <a:chExt cx="2479573" cy="304965"/>
          </a:xfrm>
          <a:solidFill>
            <a:schemeClr val="accent3"/>
          </a:solidFill>
        </p:grpSpPr>
        <p:grpSp>
          <p:nvGrpSpPr>
            <p:cNvPr id="62" name="组合 61"/>
            <p:cNvGrpSpPr/>
            <p:nvPr userDrawn="1"/>
          </p:nvGrpSpPr>
          <p:grpSpPr>
            <a:xfrm>
              <a:off x="2098445" y="6064781"/>
              <a:ext cx="1052496" cy="298683"/>
              <a:chOff x="2373567" y="1096524"/>
              <a:chExt cx="2578404" cy="731714"/>
            </a:xfrm>
            <a:grpFill/>
          </p:grpSpPr>
          <p:sp>
            <p:nvSpPr>
              <p:cNvPr id="77"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79" name="组合 78">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84"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5"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80" name="组合 79">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81"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2"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83"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63" name="组合 62"/>
            <p:cNvGrpSpPr/>
            <p:nvPr userDrawn="1"/>
          </p:nvGrpSpPr>
          <p:grpSpPr>
            <a:xfrm>
              <a:off x="671368" y="6061309"/>
              <a:ext cx="1100339" cy="304965"/>
              <a:chOff x="2372715" y="161759"/>
              <a:chExt cx="2695608" cy="747103"/>
            </a:xfrm>
            <a:grpFill/>
          </p:grpSpPr>
          <p:grpSp>
            <p:nvGrpSpPr>
              <p:cNvPr id="64" name="组合 63">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75"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5" name="组合 64">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73"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6" name="组合 65">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70"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7" name="组合 66"/>
              <p:cNvGrpSpPr/>
              <p:nvPr/>
            </p:nvGrpSpPr>
            <p:grpSpPr>
              <a:xfrm>
                <a:off x="4613362" y="313351"/>
                <a:ext cx="454961" cy="453362"/>
                <a:chOff x="11893465" y="1994536"/>
                <a:chExt cx="274986" cy="274018"/>
              </a:xfrm>
              <a:grpFill/>
            </p:grpSpPr>
            <p:sp>
              <p:nvSpPr>
                <p:cNvPr id="68"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6" name="标题 11">
            <a:extLst>
              <a:ext uri="{FF2B5EF4-FFF2-40B4-BE49-F238E27FC236}">
                <a16:creationId xmlns:a16="http://schemas.microsoft.com/office/drawing/2014/main" id="{C0F4148E-045B-44EE-8A4E-88B14DCC5EAE}"/>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777837736"/>
      </p:ext>
    </p:extLst>
  </p:cSld>
  <p:clrMapOvr>
    <a:masterClrMapping/>
  </p:clrMapOvr>
  <p:transition spd="med">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内页样式5-一段一图-2">
    <p:spTree>
      <p:nvGrpSpPr>
        <p:cNvPr id="1" name=""/>
        <p:cNvGrpSpPr/>
        <p:nvPr/>
      </p:nvGrpSpPr>
      <p:grpSpPr>
        <a:xfrm>
          <a:off x="0" y="0"/>
          <a:ext cx="0" cy="0"/>
          <a:chOff x="0" y="0"/>
          <a:chExt cx="0" cy="0"/>
        </a:xfrm>
      </p:grpSpPr>
      <p:sp>
        <p:nvSpPr>
          <p:cNvPr id="61" name="文本框 6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pic>
        <p:nvPicPr>
          <p:cNvPr id="86" name="图片 85"/>
          <p:cNvPicPr>
            <a:picLocks noChangeAspect="1"/>
          </p:cNvPicPr>
          <p:nvPr userDrawn="1"/>
        </p:nvPicPr>
        <p:blipFill rotWithShape="1">
          <a:blip r:embed="rId2" cstate="print">
            <a:extLst>
              <a:ext uri="{28A0092B-C50C-407E-A947-70E740481C1C}">
                <a14:useLocalDpi xmlns:a14="http://schemas.microsoft.com/office/drawing/2010/main"/>
              </a:ext>
            </a:extLst>
          </a:blip>
          <a:srcRect l="-333"/>
          <a:stretch/>
        </p:blipFill>
        <p:spPr>
          <a:xfrm>
            <a:off x="11282579" y="252089"/>
            <a:ext cx="432990" cy="432990"/>
          </a:xfrm>
          <a:prstGeom prst="rect">
            <a:avLst/>
          </a:prstGeom>
        </p:spPr>
      </p:pic>
    </p:spTree>
    <p:extLst>
      <p:ext uri="{BB962C8B-B14F-4D97-AF65-F5344CB8AC3E}">
        <p14:creationId xmlns:p14="http://schemas.microsoft.com/office/powerpoint/2010/main" val="1976286774"/>
      </p:ext>
    </p:extLst>
  </p:cSld>
  <p:clrMapOvr>
    <a:masterClrMapping/>
  </p:clrMapOvr>
  <p:transition spd="med">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页样式6-常规">
    <p:spTree>
      <p:nvGrpSpPr>
        <p:cNvPr id="1" name=""/>
        <p:cNvGrpSpPr/>
        <p:nvPr/>
      </p:nvGrpSpPr>
      <p:grpSpPr>
        <a:xfrm>
          <a:off x="0" y="0"/>
          <a:ext cx="0" cy="0"/>
          <a:chOff x="0" y="0"/>
          <a:chExt cx="0" cy="0"/>
        </a:xfrm>
      </p:grpSpPr>
      <p:sp>
        <p:nvSpPr>
          <p:cNvPr id="47" name="矩形 46"/>
          <p:cNvSpPr/>
          <p:nvPr userDrawn="1"/>
        </p:nvSpPr>
        <p:spPr>
          <a:xfrm>
            <a:off x="442912" y="-82551"/>
            <a:ext cx="11306175" cy="908709"/>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2490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252089"/>
            <a:ext cx="1969223" cy="432990"/>
          </a:xfrm>
          <a:prstGeom prst="rect">
            <a:avLst/>
          </a:prstGeom>
        </p:spPr>
      </p:pic>
      <p:grpSp>
        <p:nvGrpSpPr>
          <p:cNvPr id="46" name="组合 45"/>
          <p:cNvGrpSpPr/>
          <p:nvPr userDrawn="1"/>
        </p:nvGrpSpPr>
        <p:grpSpPr>
          <a:xfrm>
            <a:off x="637534" y="199773"/>
            <a:ext cx="463263" cy="481001"/>
            <a:chOff x="598941" y="128599"/>
            <a:chExt cx="463263" cy="481001"/>
          </a:xfrm>
        </p:grpSpPr>
        <p:sp>
          <p:nvSpPr>
            <p:cNvPr id="45" name="矩形 44"/>
            <p:cNvSpPr/>
            <p:nvPr userDrawn="1"/>
          </p:nvSpPr>
          <p:spPr>
            <a:xfrm>
              <a:off x="701671" y="249067"/>
              <a:ext cx="360533" cy="36053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矩形 43"/>
            <p:cNvSpPr/>
            <p:nvPr userDrawn="1"/>
          </p:nvSpPr>
          <p:spPr>
            <a:xfrm>
              <a:off x="701671" y="247801"/>
              <a:ext cx="275115" cy="256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矩形 42"/>
            <p:cNvSpPr/>
            <p:nvPr userDrawn="1"/>
          </p:nvSpPr>
          <p:spPr>
            <a:xfrm>
              <a:off x="598941" y="128599"/>
              <a:ext cx="360533" cy="36053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2" name="组合 6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6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5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p:cNvGrpSpPr/>
              <p:nvPr/>
            </p:nvGrpSpPr>
            <p:grpSpPr>
              <a:xfrm>
                <a:off x="4613362" y="313351"/>
                <a:ext cx="454961" cy="453362"/>
                <a:chOff x="11893465" y="1994536"/>
                <a:chExt cx="274986" cy="274018"/>
              </a:xfrm>
              <a:grpFill/>
            </p:grpSpPr>
            <p:sp>
              <p:nvSpPr>
                <p:cNvPr id="5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238315726"/>
      </p:ext>
    </p:extLst>
  </p:cSld>
  <p:clrMapOvr>
    <a:masterClrMapping/>
  </p:clrMapOvr>
  <p:transition spd="med">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页样式6-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6" name="组合 35"/>
          <p:cNvGrpSpPr/>
          <p:nvPr userDrawn="1"/>
        </p:nvGrpSpPr>
        <p:grpSpPr>
          <a:xfrm>
            <a:off x="587288" y="6381747"/>
            <a:ext cx="2479573" cy="304965"/>
            <a:chOff x="671368" y="6061309"/>
            <a:chExt cx="2479573" cy="304965"/>
          </a:xfrm>
          <a:solidFill>
            <a:schemeClr val="accent3"/>
          </a:solidFill>
        </p:grpSpPr>
        <p:grpSp>
          <p:nvGrpSpPr>
            <p:cNvPr id="37" name="组合 36"/>
            <p:cNvGrpSpPr/>
            <p:nvPr userDrawn="1"/>
          </p:nvGrpSpPr>
          <p:grpSpPr>
            <a:xfrm>
              <a:off x="2098445" y="6064781"/>
              <a:ext cx="1052496" cy="298683"/>
              <a:chOff x="2373567" y="1096524"/>
              <a:chExt cx="2578404" cy="731714"/>
            </a:xfrm>
            <a:grpFill/>
          </p:grpSpPr>
          <p:sp>
            <p:nvSpPr>
              <p:cNvPr id="6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62" name="组合 6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3" name="组合 6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6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0" name="组合 39">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8" name="组合 47">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9" name="组合 48">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5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0" name="组合 49"/>
              <p:cNvGrpSpPr/>
              <p:nvPr/>
            </p:nvGrpSpPr>
            <p:grpSpPr>
              <a:xfrm>
                <a:off x="4613362" y="313351"/>
                <a:ext cx="454961" cy="453362"/>
                <a:chOff x="11893465" y="1994536"/>
                <a:chExt cx="274986" cy="274018"/>
              </a:xfrm>
              <a:grpFill/>
            </p:grpSpPr>
            <p:sp>
              <p:nvSpPr>
                <p:cNvPr id="51"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69" name="标题 11">
            <a:extLst>
              <a:ext uri="{FF2B5EF4-FFF2-40B4-BE49-F238E27FC236}">
                <a16:creationId xmlns:a16="http://schemas.microsoft.com/office/drawing/2014/main" id="{0D0682F6-A194-4FB3-8EF2-674B6164F91F}"/>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2529118641"/>
      </p:ext>
    </p:extLst>
  </p:cSld>
  <p:clrMapOvr>
    <a:masterClrMapping/>
  </p:clrMapOvr>
  <p:transition spd="med">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内页样式6-一段一图-2">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35" name="矩形 34"/>
          <p:cNvSpPr/>
          <p:nvPr userDrawn="1"/>
        </p:nvSpPr>
        <p:spPr>
          <a:xfrm>
            <a:off x="9402184" y="-82800"/>
            <a:ext cx="2346903" cy="9072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userDrawn="1"/>
        </p:nvSpPr>
        <p:spPr>
          <a:xfrm>
            <a:off x="9402184" y="0"/>
            <a:ext cx="2346904" cy="8261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9" name="图片 38"/>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252089"/>
            <a:ext cx="1969223" cy="432990"/>
          </a:xfrm>
          <a:prstGeom prst="rect">
            <a:avLst/>
          </a:prstGeom>
        </p:spPr>
      </p:pic>
    </p:spTree>
    <p:extLst>
      <p:ext uri="{BB962C8B-B14F-4D97-AF65-F5344CB8AC3E}">
        <p14:creationId xmlns:p14="http://schemas.microsoft.com/office/powerpoint/2010/main" val="3708315737"/>
      </p:ext>
    </p:extLst>
  </p:cSld>
  <p:clrMapOvr>
    <a:masterClrMapping/>
  </p:clrMapOvr>
  <p:transition spd="med">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内页样式7-常规">
    <p:spTree>
      <p:nvGrpSpPr>
        <p:cNvPr id="1" name=""/>
        <p:cNvGrpSpPr/>
        <p:nvPr/>
      </p:nvGrpSpPr>
      <p:grpSpPr>
        <a:xfrm>
          <a:off x="0" y="0"/>
          <a:ext cx="0" cy="0"/>
          <a:chOff x="0" y="0"/>
          <a:chExt cx="0" cy="0"/>
        </a:xfrm>
      </p:grpSpPr>
      <p:sp>
        <p:nvSpPr>
          <p:cNvPr id="2" name="平行四边形 1"/>
          <p:cNvSpPr/>
          <p:nvPr userDrawn="1"/>
        </p:nvSpPr>
        <p:spPr>
          <a:xfrm>
            <a:off x="658714" y="482300"/>
            <a:ext cx="748201" cy="484094"/>
          </a:xfrm>
          <a:prstGeom prst="parallelogram">
            <a:avLst>
              <a:gd name="adj" fmla="val 71667"/>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p:cNvSpPr/>
          <p:nvPr userDrawn="1"/>
        </p:nvSpPr>
        <p:spPr>
          <a:xfrm>
            <a:off x="442912" y="-82800"/>
            <a:ext cx="11306175" cy="846000"/>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p:cNvSpPr/>
          <p:nvPr userDrawn="1"/>
        </p:nvSpPr>
        <p:spPr>
          <a:xfrm>
            <a:off x="442913" y="0"/>
            <a:ext cx="11306175"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1"/>
          <p:cNvSpPr>
            <a:spLocks noGrp="1"/>
          </p:cNvSpPr>
          <p:nvPr>
            <p:ph type="title"/>
          </p:nvPr>
        </p:nvSpPr>
        <p:spPr>
          <a:xfrm>
            <a:off x="1173494" y="185567"/>
            <a:ext cx="8048203"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42" name="图片 4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188589"/>
            <a:ext cx="1969223" cy="432990"/>
          </a:xfrm>
          <a:prstGeom prst="rect">
            <a:avLst/>
          </a:prstGeom>
        </p:spPr>
      </p:pic>
      <p:sp>
        <p:nvSpPr>
          <p:cNvPr id="43" name="矩形 42"/>
          <p:cNvSpPr/>
          <p:nvPr userDrawn="1"/>
        </p:nvSpPr>
        <p:spPr>
          <a:xfrm>
            <a:off x="648385" y="0"/>
            <a:ext cx="413819" cy="966395"/>
          </a:xfrm>
          <a:prstGeom prst="rect">
            <a:avLst/>
          </a:prstGeom>
          <a:ln>
            <a:noFill/>
          </a:ln>
          <a:effectLst>
            <a:outerShdw blurRad="127000" dist="25400" dir="5400000" sx="102000" sy="102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7" name="组合 56">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2"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9"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3"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1"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8"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3505387954"/>
      </p:ext>
    </p:extLst>
  </p:cSld>
  <p:clrMapOvr>
    <a:masterClrMapping/>
  </p:clrMapOvr>
  <p:transition spd="med">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内页样式7-一段一图-1">
    <p:spTree>
      <p:nvGrpSpPr>
        <p:cNvPr id="1" name=""/>
        <p:cNvGrpSpPr/>
        <p:nvPr/>
      </p:nvGrpSpPr>
      <p:grpSpPr>
        <a:xfrm>
          <a:off x="0" y="0"/>
          <a:ext cx="0" cy="0"/>
          <a:chOff x="0" y="0"/>
          <a:chExt cx="0" cy="0"/>
        </a:xfrm>
      </p:grpSpPr>
      <p:sp>
        <p:nvSpPr>
          <p:cNvPr id="7" name="文本框 6"/>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cxnSp>
        <p:nvCxnSpPr>
          <p:cNvPr id="38" name="直接连接符 37">
            <a:extLst>
              <a:ext uri="{FF2B5EF4-FFF2-40B4-BE49-F238E27FC236}">
                <a16:creationId xmlns:a16="http://schemas.microsoft.com/office/drawing/2014/main" id="{70DEE229-ACC1-4297-A1E3-DEA16F9B9C28}"/>
              </a:ext>
            </a:extLst>
          </p:cNvPr>
          <p:cNvCxnSpPr>
            <a:cxnSpLocks/>
          </p:cNvCxnSpPr>
          <p:nvPr userDrawn="1"/>
        </p:nvCxnSpPr>
        <p:spPr>
          <a:xfrm>
            <a:off x="442913" y="6264275"/>
            <a:ext cx="11306175"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4" name="组合 33"/>
          <p:cNvGrpSpPr/>
          <p:nvPr userDrawn="1"/>
        </p:nvGrpSpPr>
        <p:grpSpPr>
          <a:xfrm>
            <a:off x="587288" y="6381747"/>
            <a:ext cx="2479573" cy="304965"/>
            <a:chOff x="671368" y="6061309"/>
            <a:chExt cx="2479573" cy="304965"/>
          </a:xfrm>
          <a:solidFill>
            <a:schemeClr val="accent3"/>
          </a:solidFill>
        </p:grpSpPr>
        <p:grpSp>
          <p:nvGrpSpPr>
            <p:cNvPr id="35" name="组合 34"/>
            <p:cNvGrpSpPr/>
            <p:nvPr userDrawn="1"/>
          </p:nvGrpSpPr>
          <p:grpSpPr>
            <a:xfrm>
              <a:off x="2098445" y="6064781"/>
              <a:ext cx="1052496" cy="298683"/>
              <a:chOff x="2373567" y="1096524"/>
              <a:chExt cx="2578404" cy="731714"/>
            </a:xfrm>
            <a:grpFill/>
          </p:grpSpPr>
          <p:sp>
            <p:nvSpPr>
              <p:cNvPr id="55"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7" name="组合 56">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2"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8" name="组合 57">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9"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1"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6" name="组合 35"/>
            <p:cNvGrpSpPr/>
            <p:nvPr userDrawn="1"/>
          </p:nvGrpSpPr>
          <p:grpSpPr>
            <a:xfrm>
              <a:off x="671368" y="6061309"/>
              <a:ext cx="1100339" cy="304965"/>
              <a:chOff x="2372715" y="161759"/>
              <a:chExt cx="2695608" cy="747103"/>
            </a:xfrm>
            <a:grpFill/>
          </p:grpSpPr>
          <p:grpSp>
            <p:nvGrpSpPr>
              <p:cNvPr id="37" name="组合 36">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3"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39" name="组合 38">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1"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2"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0" name="组合 39">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8"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64" name="标题 11">
            <a:extLst>
              <a:ext uri="{FF2B5EF4-FFF2-40B4-BE49-F238E27FC236}">
                <a16:creationId xmlns:a16="http://schemas.microsoft.com/office/drawing/2014/main" id="{FDDD1B7B-042D-4B1B-81C1-5A7085CDFC26}"/>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204136087"/>
      </p:ext>
    </p:extLst>
  </p:cSld>
  <p:clrMapOvr>
    <a:masterClrMapping/>
  </p:clrMapOvr>
  <p:transition spd="med">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内页样式7-一段一图-2">
    <p:spTree>
      <p:nvGrpSpPr>
        <p:cNvPr id="1" name=""/>
        <p:cNvGrpSpPr/>
        <p:nvPr/>
      </p:nvGrpSpPr>
      <p:grpSpPr>
        <a:xfrm>
          <a:off x="0" y="0"/>
          <a:ext cx="0" cy="0"/>
          <a:chOff x="0" y="0"/>
          <a:chExt cx="0" cy="0"/>
        </a:xfrm>
      </p:grpSpPr>
      <p:sp>
        <p:nvSpPr>
          <p:cNvPr id="34" name="文本框 33"/>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chemeClr val="accent3"/>
                </a:solidFill>
                <a:latin typeface="微软雅黑" panose="020B0503020204020204" pitchFamily="34" charset="-122"/>
              </a:rPr>
              <a:pPr algn="ctr" eaLnBrk="1" hangingPunct="1">
                <a:defRPr/>
              </a:pPr>
              <a:t>‹#›</a:t>
            </a:fld>
            <a:endParaRPr lang="zh-CN" altLang="en-US" sz="1600" dirty="0">
              <a:solidFill>
                <a:schemeClr val="accent3"/>
              </a:solidFill>
              <a:latin typeface="微软雅黑" panose="020B0503020204020204" pitchFamily="34" charset="-122"/>
            </a:endParaRPr>
          </a:p>
        </p:txBody>
      </p:sp>
      <p:sp>
        <p:nvSpPr>
          <p:cNvPr id="7" name="矩形 6"/>
          <p:cNvSpPr/>
          <p:nvPr userDrawn="1"/>
        </p:nvSpPr>
        <p:spPr>
          <a:xfrm>
            <a:off x="9385300" y="-82550"/>
            <a:ext cx="2363787" cy="845208"/>
          </a:xfrm>
          <a:prstGeom prst="rect">
            <a:avLst/>
          </a:prstGeom>
          <a:solidFill>
            <a:schemeClr val="bg1"/>
          </a:solidFill>
          <a:ln>
            <a:noFill/>
          </a:ln>
          <a:effectLst>
            <a:outerShdw blurRad="139700" dist="381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userDrawn="1"/>
        </p:nvSpPr>
        <p:spPr>
          <a:xfrm>
            <a:off x="9385300" y="0"/>
            <a:ext cx="2363788" cy="762658"/>
          </a:xfrm>
          <a:prstGeom prst="rect">
            <a:avLst/>
          </a:prstGeom>
          <a:solidFill>
            <a:schemeClr val="accent3">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90168" y="188589"/>
            <a:ext cx="1969223" cy="432990"/>
          </a:xfrm>
          <a:prstGeom prst="rect">
            <a:avLst/>
          </a:prstGeom>
        </p:spPr>
      </p:pic>
    </p:spTree>
    <p:extLst>
      <p:ext uri="{BB962C8B-B14F-4D97-AF65-F5344CB8AC3E}">
        <p14:creationId xmlns:p14="http://schemas.microsoft.com/office/powerpoint/2010/main" val="2771393902"/>
      </p:ext>
    </p:extLst>
  </p:cSld>
  <p:clrMapOvr>
    <a:masterClrMapping/>
  </p:clrMapOvr>
  <p:transition spd="med">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内页样式8-常规">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C10D966C-9DD4-4144-A316-29077EB905B4}"/>
              </a:ext>
            </a:extLst>
          </p:cNvPr>
          <p:cNvSpPr/>
          <p:nvPr userDrawn="1"/>
        </p:nvSpPr>
        <p:spPr>
          <a:xfrm>
            <a:off x="318632" y="0"/>
            <a:ext cx="11550080"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9" name="标题 11"/>
          <p:cNvSpPr>
            <a:spLocks noGrp="1"/>
          </p:cNvSpPr>
          <p:nvPr>
            <p:ph type="title"/>
          </p:nvPr>
        </p:nvSpPr>
        <p:spPr>
          <a:xfrm>
            <a:off x="541539" y="247495"/>
            <a:ext cx="8643848" cy="4801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lang="zh-CN" altLang="en-US" sz="2800" b="1" baseline="0">
                <a:solidFill>
                  <a:schemeClr val="bg1"/>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4050" y="131404"/>
            <a:ext cx="2243119" cy="627854"/>
          </a:xfrm>
          <a:prstGeom prst="rect">
            <a:avLst/>
          </a:prstGeom>
        </p:spPr>
      </p:pic>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6" name="组合 5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3" name="组合 4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Tree>
    <p:extLst>
      <p:ext uri="{BB962C8B-B14F-4D97-AF65-F5344CB8AC3E}">
        <p14:creationId xmlns:p14="http://schemas.microsoft.com/office/powerpoint/2010/main" val="928642688"/>
      </p:ext>
    </p:extLst>
  </p:cSld>
  <p:clrMapOvr>
    <a:masterClrMapping/>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内页样式8-一段一图-1">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318632" y="6188075"/>
            <a:ext cx="1155008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grpSp>
        <p:nvGrpSpPr>
          <p:cNvPr id="37" name="组合 36"/>
          <p:cNvGrpSpPr/>
          <p:nvPr userDrawn="1"/>
        </p:nvGrpSpPr>
        <p:grpSpPr>
          <a:xfrm>
            <a:off x="587288" y="6381747"/>
            <a:ext cx="2479573" cy="304965"/>
            <a:chOff x="671368" y="6061309"/>
            <a:chExt cx="2479573" cy="304965"/>
          </a:xfrm>
          <a:solidFill>
            <a:schemeClr val="bg1"/>
          </a:solidFill>
        </p:grpSpPr>
        <p:grpSp>
          <p:nvGrpSpPr>
            <p:cNvPr id="38" name="组合 37"/>
            <p:cNvGrpSpPr/>
            <p:nvPr userDrawn="1"/>
          </p:nvGrpSpPr>
          <p:grpSpPr>
            <a:xfrm>
              <a:off x="2098445" y="6064781"/>
              <a:ext cx="1052496" cy="298683"/>
              <a:chOff x="2373567" y="1096524"/>
              <a:chExt cx="2578404" cy="731714"/>
            </a:xfrm>
            <a:grpFill/>
          </p:grpSpPr>
          <p:sp>
            <p:nvSpPr>
              <p:cNvPr id="54"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6">
                <a:extLst>
                  <a:ext uri="{FF2B5EF4-FFF2-40B4-BE49-F238E27FC236}">
                    <a16:creationId xmlns:a16="http://schemas.microsoft.com/office/drawing/2014/main" id="{CC1FA68D-3307-481A-8E89-D3CB2E8693F4}"/>
                  </a:ext>
                </a:extLst>
              </p:cNvPr>
              <p:cNvSpPr>
                <a:spLocks/>
              </p:cNvSpPr>
              <p:nvPr/>
            </p:nvSpPr>
            <p:spPr bwMode="auto">
              <a:xfrm>
                <a:off x="4620305" y="1241947"/>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nvGrpSpPr>
              <p:cNvPr id="56" name="组合 55">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grpFill/>
            </p:grpSpPr>
            <p:sp>
              <p:nvSpPr>
                <p:cNvPr id="61"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57" name="组合 56">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grpFill/>
            </p:grpSpPr>
            <p:sp>
              <p:nvSpPr>
                <p:cNvPr id="58"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9"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0"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39" name="组合 38"/>
            <p:cNvGrpSpPr/>
            <p:nvPr userDrawn="1"/>
          </p:nvGrpSpPr>
          <p:grpSpPr>
            <a:xfrm>
              <a:off x="671368" y="6061309"/>
              <a:ext cx="1100339" cy="304965"/>
              <a:chOff x="2372715" y="161759"/>
              <a:chExt cx="2695608" cy="747103"/>
            </a:xfrm>
            <a:grpFill/>
          </p:grpSpPr>
          <p:grpSp>
            <p:nvGrpSpPr>
              <p:cNvPr id="41" name="组合 40">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grpFill/>
            </p:grpSpPr>
            <p:sp>
              <p:nvSpPr>
                <p:cNvPr id="52"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3"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2" name="组合 41">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grpFill/>
            </p:grpSpPr>
            <p:sp>
              <p:nvSpPr>
                <p:cNvPr id="50"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1"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3" name="组合 42">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grpFill/>
            </p:grpSpPr>
            <p:sp>
              <p:nvSpPr>
                <p:cNvPr id="47"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44" name="组合 43"/>
              <p:cNvGrpSpPr/>
              <p:nvPr/>
            </p:nvGrpSpPr>
            <p:grpSpPr>
              <a:xfrm>
                <a:off x="4613362" y="313351"/>
                <a:ext cx="454961" cy="453362"/>
                <a:chOff x="11893465" y="1994536"/>
                <a:chExt cx="274986" cy="274018"/>
              </a:xfrm>
              <a:grpFill/>
            </p:grpSpPr>
            <p:sp>
              <p:nvSpPr>
                <p:cNvPr id="45"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grpSp>
      </p:grpSp>
      <p:sp>
        <p:nvSpPr>
          <p:cNvPr id="32" name="标题 11">
            <a:extLst>
              <a:ext uri="{FF2B5EF4-FFF2-40B4-BE49-F238E27FC236}">
                <a16:creationId xmlns:a16="http://schemas.microsoft.com/office/drawing/2014/main" id="{A87381B5-231A-44CC-994D-B480CB6C319A}"/>
              </a:ext>
            </a:extLst>
          </p:cNvPr>
          <p:cNvSpPr>
            <a:spLocks noGrp="1"/>
          </p:cNvSpPr>
          <p:nvPr>
            <p:ph type="title"/>
          </p:nvPr>
        </p:nvSpPr>
        <p:spPr>
          <a:xfrm>
            <a:off x="1767600" y="3016800"/>
            <a:ext cx="8643848" cy="701731"/>
          </a:xfr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gn="ctr">
              <a:defRPr lang="zh-CN" altLang="en-US" sz="4400" b="1" baseline="0">
                <a:solidFill>
                  <a:srgbClr val="006C39"/>
                </a:solidFill>
                <a:latin typeface="微软雅黑" panose="020B0503020204020204" pitchFamily="34" charset="-122"/>
                <a:ea typeface="微软雅黑" panose="020B0503020204020204" pitchFamily="34" charset="-122"/>
                <a:cs typeface="+mn-cs"/>
              </a:defRPr>
            </a:lvl1pPr>
          </a:lstStyle>
          <a:p>
            <a:pPr lvl="0" eaLnBrk="1" hangingPunct="1"/>
            <a:r>
              <a:rPr lang="zh-CN" altLang="en-US" dirty="0"/>
              <a:t>单击此处编辑母版标题样式</a:t>
            </a:r>
          </a:p>
        </p:txBody>
      </p:sp>
    </p:spTree>
    <p:extLst>
      <p:ext uri="{BB962C8B-B14F-4D97-AF65-F5344CB8AC3E}">
        <p14:creationId xmlns:p14="http://schemas.microsoft.com/office/powerpoint/2010/main" val="3598615622"/>
      </p:ext>
    </p:extLst>
  </p:cSld>
  <p:clrMapOvr>
    <a:masterClrMapping/>
  </p:clrMapOvr>
  <p:transition spd="med">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内页样式8-一段一图-2">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6833366C-F485-4B9F-89F5-27A807162B12}"/>
              </a:ext>
            </a:extLst>
          </p:cNvPr>
          <p:cNvSpPr/>
          <p:nvPr userDrawn="1"/>
        </p:nvSpPr>
        <p:spPr>
          <a:xfrm>
            <a:off x="11144922" y="6188075"/>
            <a:ext cx="723790" cy="669925"/>
          </a:xfrm>
          <a:prstGeom prst="rect">
            <a:avLst/>
          </a:prstGeom>
          <a:solidFill>
            <a:schemeClr val="accent4"/>
          </a:solidFill>
          <a:ln>
            <a:noFill/>
          </a:ln>
          <a:effectLst>
            <a:outerShdw blurRad="127000" dist="38100" dir="16200000"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8" name="矩形 7">
            <a:extLst>
              <a:ext uri="{FF2B5EF4-FFF2-40B4-BE49-F238E27FC236}">
                <a16:creationId xmlns:a16="http://schemas.microsoft.com/office/drawing/2014/main" id="{C10D966C-9DD4-4144-A316-29077EB905B4}"/>
              </a:ext>
            </a:extLst>
          </p:cNvPr>
          <p:cNvSpPr/>
          <p:nvPr userDrawn="1"/>
        </p:nvSpPr>
        <p:spPr>
          <a:xfrm>
            <a:off x="9488246" y="0"/>
            <a:ext cx="2380466" cy="873125"/>
          </a:xfrm>
          <a:prstGeom prst="rect">
            <a:avLst/>
          </a:prstGeom>
          <a:solidFill>
            <a:schemeClr val="accent1"/>
          </a:solidFill>
          <a:ln>
            <a:solidFill>
              <a:schemeClr val="accent1"/>
            </a:solidFill>
          </a:ln>
          <a:effectLst>
            <a:outerShdw blurRad="127000" dist="38100" dir="5400000" algn="t"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solidFill>
                <a:schemeClr val="bg1"/>
              </a:solidFill>
            </a:endParaRPr>
          </a:p>
        </p:txBody>
      </p:sp>
      <p:sp>
        <p:nvSpPr>
          <p:cNvPr id="11" name="文本框 10"/>
          <p:cNvSpPr txBox="1">
            <a:spLocks noChangeArrowheads="1"/>
          </p:cNvSpPr>
          <p:nvPr userDrawn="1"/>
        </p:nvSpPr>
        <p:spPr bwMode="auto">
          <a:xfrm>
            <a:off x="11233150" y="6353175"/>
            <a:ext cx="550863"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nchorCtr="0">
            <a:spAutoFit/>
          </a:bodyPr>
          <a:lstStyle>
            <a:lvl1pPr>
              <a:defRPr>
                <a:solidFill>
                  <a:schemeClr val="tx1"/>
                </a:solidFill>
                <a:latin typeface="Century Gothic" panose="020B0502020202020204" pitchFamily="34" charset="0"/>
                <a:ea typeface="微软雅黑" panose="020B0503020204020204" pitchFamily="34" charset="-122"/>
              </a:defRPr>
            </a:lvl1pPr>
            <a:lvl2pPr marL="742950" indent="-285750">
              <a:defRPr>
                <a:solidFill>
                  <a:schemeClr val="tx1"/>
                </a:solidFill>
                <a:latin typeface="Century Gothic" panose="020B0502020202020204" pitchFamily="34" charset="0"/>
                <a:ea typeface="微软雅黑" panose="020B0503020204020204" pitchFamily="34" charset="-122"/>
              </a:defRPr>
            </a:lvl2pPr>
            <a:lvl3pPr marL="1143000" indent="-228600">
              <a:defRPr>
                <a:solidFill>
                  <a:schemeClr val="tx1"/>
                </a:solidFill>
                <a:latin typeface="Century Gothic" panose="020B0502020202020204" pitchFamily="34" charset="0"/>
                <a:ea typeface="微软雅黑" panose="020B0503020204020204" pitchFamily="34" charset="-122"/>
              </a:defRPr>
            </a:lvl3pPr>
            <a:lvl4pPr marL="1600200" indent="-228600">
              <a:defRPr>
                <a:solidFill>
                  <a:schemeClr val="tx1"/>
                </a:solidFill>
                <a:latin typeface="Century Gothic" panose="020B0502020202020204" pitchFamily="34" charset="0"/>
                <a:ea typeface="微软雅黑" panose="020B0503020204020204" pitchFamily="34" charset="-122"/>
              </a:defRPr>
            </a:lvl4pPr>
            <a:lvl5pPr marL="2057400" indent="-228600">
              <a:defRPr>
                <a:solidFill>
                  <a:schemeClr val="tx1"/>
                </a:solidFill>
                <a:latin typeface="Century Gothic" panose="020B0502020202020204" pitchFamily="34" charset="0"/>
                <a:ea typeface="微软雅黑" panose="020B0503020204020204" pitchFamily="34" charset="-122"/>
              </a:defRPr>
            </a:lvl5pPr>
            <a:lvl6pPr marL="25146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6pPr>
            <a:lvl7pPr marL="29718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7pPr>
            <a:lvl8pPr marL="34290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8pPr>
            <a:lvl9pPr marL="3886200" indent="-228600" fontAlgn="base">
              <a:spcBef>
                <a:spcPct val="0"/>
              </a:spcBef>
              <a:spcAft>
                <a:spcPct val="0"/>
              </a:spcAft>
              <a:defRPr>
                <a:solidFill>
                  <a:schemeClr val="tx1"/>
                </a:solidFill>
                <a:latin typeface="Century Gothic" panose="020B0502020202020204" pitchFamily="34" charset="0"/>
                <a:ea typeface="微软雅黑" panose="020B0503020204020204" pitchFamily="34" charset="-122"/>
              </a:defRPr>
            </a:lvl9pPr>
          </a:lstStyle>
          <a:p>
            <a:pPr algn="ctr" eaLnBrk="1" hangingPunct="1">
              <a:defRPr/>
            </a:pPr>
            <a:fld id="{4CE2CC6A-3CD6-4EB2-A6B9-76993E7CF1F2}" type="slidenum">
              <a:rPr lang="zh-CN" altLang="en-US" sz="1600" smtClean="0">
                <a:solidFill>
                  <a:srgbClr val="F2F2F2"/>
                </a:solidFill>
                <a:latin typeface="微软雅黑" panose="020B0503020204020204" pitchFamily="34" charset="-122"/>
              </a:rPr>
              <a:pPr algn="ctr" eaLnBrk="1" hangingPunct="1">
                <a:defRPr/>
              </a:pPr>
              <a:t>‹#›</a:t>
            </a:fld>
            <a:endParaRPr lang="zh-CN" altLang="en-US" sz="1600" dirty="0">
              <a:solidFill>
                <a:srgbClr val="F2F2F2"/>
              </a:solidFill>
              <a:latin typeface="微软雅黑" panose="020B0503020204020204" pitchFamily="34" charset="-122"/>
            </a:endParaRPr>
          </a:p>
        </p:txBody>
      </p:sp>
      <p:pic>
        <p:nvPicPr>
          <p:cNvPr id="40" name="图片 39"/>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9564050" y="131404"/>
            <a:ext cx="2243119" cy="627854"/>
          </a:xfrm>
          <a:prstGeom prst="rect">
            <a:avLst/>
          </a:prstGeom>
        </p:spPr>
      </p:pic>
    </p:spTree>
    <p:extLst>
      <p:ext uri="{BB962C8B-B14F-4D97-AF65-F5344CB8AC3E}">
        <p14:creationId xmlns:p14="http://schemas.microsoft.com/office/powerpoint/2010/main" val="1085960602"/>
      </p:ext>
    </p:extLst>
  </p:cSld>
  <p:clrMapOvr>
    <a:masterClrMapping/>
  </p:clrMapOvr>
  <p:transition spd="med">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20344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Word"/>
      </p:transition>
    </mc:Choice>
    <mc:Fallback xmlns:p14="http://schemas.microsoft.com/office/powerpoint/2010/main" xmlns="">
      <p:transition spd="slow">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封面样式2-首页1">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0761A886-F0D7-4C39-AFFF-052DB74E32F7}"/>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7" name="PA-矩形 7">
            <a:extLst>
              <a:ext uri="{FF2B5EF4-FFF2-40B4-BE49-F238E27FC236}">
                <a16:creationId xmlns:a16="http://schemas.microsoft.com/office/drawing/2014/main" id="{61E30CDC-6882-4EF4-A98A-D29C1686BFEA}"/>
              </a:ext>
            </a:extLst>
          </p:cNvPr>
          <p:cNvSpPr/>
          <p:nvPr userDrawn="1">
            <p:custDataLst>
              <p:tags r:id="rId2"/>
            </p:custDataLst>
          </p:nvPr>
        </p:nvSpPr>
        <p:spPr>
          <a:xfrm>
            <a:off x="0" y="0"/>
            <a:ext cx="12192000" cy="6858000"/>
          </a:xfrm>
          <a:prstGeom prst="rect">
            <a:avLst/>
          </a:prstGeom>
          <a:gradFill>
            <a:gsLst>
              <a:gs pos="0">
                <a:srgbClr val="008244"/>
              </a:gs>
              <a:gs pos="100000">
                <a:schemeClr val="accent1"/>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just"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8" name="任意多边形: 形状 39">
            <a:extLst>
              <a:ext uri="{FF2B5EF4-FFF2-40B4-BE49-F238E27FC236}">
                <a16:creationId xmlns:a16="http://schemas.microsoft.com/office/drawing/2014/main" id="{B18E0BAC-81B9-4AB0-A570-682285AF4673}"/>
              </a:ext>
            </a:extLst>
          </p:cNvPr>
          <p:cNvSpPr/>
          <p:nvPr userDrawn="1"/>
        </p:nvSpPr>
        <p:spPr>
          <a:xfrm>
            <a:off x="221886"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pattFill prst="pct5">
            <a:fgClr>
              <a:schemeClr val="bg1">
                <a:lumMod val="85000"/>
              </a:schemeClr>
            </a:fgClr>
            <a:bgClr>
              <a:schemeClr val="bg1"/>
            </a:bgClr>
          </a:pattFill>
          <a:ln>
            <a:noFill/>
          </a:ln>
          <a:effectLst>
            <a:outerShdw blurRad="190500" sx="101000" sy="101000" algn="l" rotWithShape="0">
              <a:prstClr val="black">
                <a:alpha val="1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9" name="任意多边形: 形状 39">
            <a:extLst>
              <a:ext uri="{FF2B5EF4-FFF2-40B4-BE49-F238E27FC236}">
                <a16:creationId xmlns:a16="http://schemas.microsoft.com/office/drawing/2014/main" id="{B18E0BAC-81B9-4AB0-A570-682285AF4673}"/>
              </a:ext>
            </a:extLst>
          </p:cNvPr>
          <p:cNvSpPr/>
          <p:nvPr userDrawn="1"/>
        </p:nvSpPr>
        <p:spPr>
          <a:xfrm>
            <a:off x="189674"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rgbClr val="A13F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0" name="任意多边形: 形状 39">
            <a:extLst>
              <a:ext uri="{FF2B5EF4-FFF2-40B4-BE49-F238E27FC236}">
                <a16:creationId xmlns:a16="http://schemas.microsoft.com/office/drawing/2014/main" id="{B18E0BAC-81B9-4AB0-A570-682285AF4673}"/>
              </a:ext>
            </a:extLst>
          </p:cNvPr>
          <p:cNvSpPr/>
          <p:nvPr userDrawn="1"/>
        </p:nvSpPr>
        <p:spPr>
          <a:xfrm>
            <a:off x="0" y="0"/>
            <a:ext cx="7536857" cy="6858000"/>
          </a:xfrm>
          <a:custGeom>
            <a:avLst/>
            <a:gdLst>
              <a:gd name="connsiteX0" fmla="*/ 0 w 7536857"/>
              <a:gd name="connsiteY0" fmla="*/ 0 h 6858000"/>
              <a:gd name="connsiteX1" fmla="*/ 6351816 w 7536857"/>
              <a:gd name="connsiteY1" fmla="*/ 0 h 6858000"/>
              <a:gd name="connsiteX2" fmla="*/ 6432300 w 7536857"/>
              <a:gd name="connsiteY2" fmla="*/ 102417 h 6858000"/>
              <a:gd name="connsiteX3" fmla="*/ 7536857 w 7536857"/>
              <a:gd name="connsiteY3" fmla="*/ 3429000 h 6858000"/>
              <a:gd name="connsiteX4" fmla="*/ 6432300 w 7536857"/>
              <a:gd name="connsiteY4" fmla="*/ 6755583 h 6858000"/>
              <a:gd name="connsiteX5" fmla="*/ 6351816 w 7536857"/>
              <a:gd name="connsiteY5" fmla="*/ 6858000 h 6858000"/>
              <a:gd name="connsiteX6" fmla="*/ 0 w 753685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536857" h="6858000">
                <a:moveTo>
                  <a:pt x="0" y="0"/>
                </a:moveTo>
                <a:lnTo>
                  <a:pt x="6351816" y="0"/>
                </a:lnTo>
                <a:lnTo>
                  <a:pt x="6432300" y="102417"/>
                </a:lnTo>
                <a:cubicBezTo>
                  <a:pt x="7126033" y="1030047"/>
                  <a:pt x="7536857" y="2181547"/>
                  <a:pt x="7536857" y="3429000"/>
                </a:cubicBezTo>
                <a:cubicBezTo>
                  <a:pt x="7536857" y="4676454"/>
                  <a:pt x="7126033" y="5827953"/>
                  <a:pt x="6432300" y="6755583"/>
                </a:cubicBezTo>
                <a:lnTo>
                  <a:pt x="6351816" y="6858000"/>
                </a:lnTo>
                <a:lnTo>
                  <a:pt x="0" y="6858000"/>
                </a:lnTo>
                <a:close/>
              </a:path>
            </a:pathLst>
          </a:custGeom>
          <a:solidFill>
            <a:schemeClr val="bg1"/>
          </a:solidFill>
          <a:ln>
            <a:noFill/>
          </a:ln>
          <a:effectLst>
            <a:outerShdw blurRad="76200" sx="101000" sy="101000" algn="l" rotWithShape="0">
              <a:prstClr val="black">
                <a:alpha val="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 name="任意多边形: 形状 74">
            <a:extLst>
              <a:ext uri="{FF2B5EF4-FFF2-40B4-BE49-F238E27FC236}">
                <a16:creationId xmlns:a16="http://schemas.microsoft.com/office/drawing/2014/main" id="{4CEDE2BC-7BF6-4AE3-8B04-4514441E4040}"/>
              </a:ext>
            </a:extLst>
          </p:cNvPr>
          <p:cNvSpPr/>
          <p:nvPr userDrawn="1"/>
        </p:nvSpPr>
        <p:spPr>
          <a:xfrm flipV="1">
            <a:off x="660400" y="3829587"/>
            <a:ext cx="6489382"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12" name="标题 47">
            <a:extLst>
              <a:ext uri="{FF2B5EF4-FFF2-40B4-BE49-F238E27FC236}">
                <a16:creationId xmlns:a16="http://schemas.microsoft.com/office/drawing/2014/main" id="{26FA9A66-DBB6-484A-829A-BC30DE67252C}"/>
              </a:ext>
            </a:extLst>
          </p:cNvPr>
          <p:cNvSpPr>
            <a:spLocks noGrp="1"/>
          </p:cNvSpPr>
          <p:nvPr>
            <p:ph type="title" hasCustomPrompt="1"/>
          </p:nvPr>
        </p:nvSpPr>
        <p:spPr>
          <a:xfrm>
            <a:off x="671368" y="2616692"/>
            <a:ext cx="7015008" cy="1200329"/>
          </a:xfrm>
          <a:prstGeom prst="rect">
            <a:avLst/>
          </a:prstGeom>
          <a:noFill/>
        </p:spPr>
        <p:txBody>
          <a:bodyPr wrap="square" lIns="0" rtlCol="0">
            <a:spAutoFit/>
          </a:bodyPr>
          <a:lstStyle>
            <a:lvl1pPr>
              <a:lnSpc>
                <a:spcPct val="100000"/>
              </a:lnSpc>
              <a:defRPr lang="zh-CN" altLang="en-US" sz="3600" b="1" spc="100" dirty="0">
                <a:latin typeface="微软雅黑" panose="020B0503020204020204" pitchFamily="34" charset="-122"/>
                <a:ea typeface="微软雅黑" panose="020B0503020204020204" pitchFamily="34" charset="-122"/>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13" name="文本占位符 87">
            <a:extLst>
              <a:ext uri="{FF2B5EF4-FFF2-40B4-BE49-F238E27FC236}">
                <a16:creationId xmlns:a16="http://schemas.microsoft.com/office/drawing/2014/main" id="{F56DEE86-1AA4-4820-A7A1-E4F787904C00}"/>
              </a:ext>
            </a:extLst>
          </p:cNvPr>
          <p:cNvSpPr>
            <a:spLocks noGrp="1"/>
          </p:cNvSpPr>
          <p:nvPr>
            <p:ph type="body" sz="quarter" idx="13" hasCustomPrompt="1"/>
          </p:nvPr>
        </p:nvSpPr>
        <p:spPr>
          <a:xfrm>
            <a:off x="671367" y="2352090"/>
            <a:ext cx="5137927"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14" name="文本占位符 53">
            <a:extLst>
              <a:ext uri="{FF2B5EF4-FFF2-40B4-BE49-F238E27FC236}">
                <a16:creationId xmlns:a16="http://schemas.microsoft.com/office/drawing/2014/main" id="{28747CEA-1C37-4144-A247-245AD1393504}"/>
              </a:ext>
            </a:extLst>
          </p:cNvPr>
          <p:cNvSpPr>
            <a:spLocks noGrp="1"/>
          </p:cNvSpPr>
          <p:nvPr>
            <p:ph type="body" sz="quarter" idx="16" hasCustomPrompt="1"/>
          </p:nvPr>
        </p:nvSpPr>
        <p:spPr>
          <a:xfrm>
            <a:off x="671366" y="4094394"/>
            <a:ext cx="6221139"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sp>
        <p:nvSpPr>
          <p:cNvPr id="16" name="文本框 15"/>
          <p:cNvSpPr txBox="1"/>
          <p:nvPr userDrawn="1"/>
        </p:nvSpPr>
        <p:spPr>
          <a:xfrm>
            <a:off x="474450" y="318256"/>
            <a:ext cx="2104863" cy="792864"/>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en-US" altLang="zh-CN" sz="2400" b="1"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 BIT </a:t>
            </a:r>
            <a:r>
              <a:rPr kumimoji="0" lang="en-US" altLang="zh-CN" sz="2400" b="1" i="0" u="none" strike="noStrike" kern="1200" cap="none" spc="100" normalizeH="0" baseline="0" noProof="0" dirty="0">
                <a:ln>
                  <a:noFill/>
                </a:ln>
                <a:solidFill>
                  <a:srgbClr val="A2A2A2"/>
                </a:solidFill>
                <a:effectLst/>
                <a:uLnTx/>
                <a:uFillTx/>
                <a:latin typeface="+mn-ea"/>
                <a:ea typeface="+mn-ea"/>
                <a:cs typeface="+mn-cs"/>
              </a:rPr>
              <a:t>▷</a:t>
            </a:r>
            <a:endParaRPr kumimoji="0" lang="zh-CN" altLang="en-US" sz="2400" b="1" i="0" u="none" strike="noStrike" kern="1200" cap="none" spc="100" normalizeH="0" baseline="0" noProof="0" dirty="0">
              <a:ln>
                <a:noFill/>
              </a:ln>
              <a:solidFill>
                <a:srgbClr val="A2A2A2"/>
              </a:solidFill>
              <a:effectLst/>
              <a:uLnTx/>
              <a:uFillTx/>
              <a:latin typeface="+mn-ea"/>
              <a:ea typeface="+mn-ea"/>
              <a:cs typeface="+mn-cs"/>
            </a:endParaRPr>
          </a:p>
        </p:txBody>
      </p:sp>
      <p:pic>
        <p:nvPicPr>
          <p:cNvPr id="23" name="图片 22"/>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8250894" y="-774608"/>
            <a:ext cx="7885491" cy="7588381"/>
          </a:xfrm>
          <a:prstGeom prst="rect">
            <a:avLst/>
          </a:prstGeom>
        </p:spPr>
      </p:pic>
      <p:pic>
        <p:nvPicPr>
          <p:cNvPr id="20" name="图片 19"/>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8250874" y="2196869"/>
            <a:ext cx="3243162" cy="2464261"/>
          </a:xfrm>
          <a:prstGeom prst="rect">
            <a:avLst/>
          </a:prstGeom>
        </p:spPr>
      </p:pic>
      <p:grpSp>
        <p:nvGrpSpPr>
          <p:cNvPr id="2" name="组合 1"/>
          <p:cNvGrpSpPr/>
          <p:nvPr userDrawn="1"/>
        </p:nvGrpSpPr>
        <p:grpSpPr>
          <a:xfrm>
            <a:off x="671368" y="6061309"/>
            <a:ext cx="2479573" cy="304965"/>
            <a:chOff x="671368" y="6061309"/>
            <a:chExt cx="2479573" cy="304965"/>
          </a:xfrm>
        </p:grpSpPr>
        <p:grpSp>
          <p:nvGrpSpPr>
            <p:cNvPr id="74" name="组合 73"/>
            <p:cNvGrpSpPr/>
            <p:nvPr userDrawn="1"/>
          </p:nvGrpSpPr>
          <p:grpSpPr>
            <a:xfrm>
              <a:off x="2098445" y="6064781"/>
              <a:ext cx="1052496" cy="298683"/>
              <a:chOff x="2373567" y="1096524"/>
              <a:chExt cx="2578404" cy="731714"/>
            </a:xfrm>
          </p:grpSpPr>
          <p:sp>
            <p:nvSpPr>
              <p:cNvPr id="89"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0" name="Freeform 6">
                <a:extLst>
                  <a:ext uri="{FF2B5EF4-FFF2-40B4-BE49-F238E27FC236}">
                    <a16:creationId xmlns:a16="http://schemas.microsoft.com/office/drawing/2014/main" id="{CC1FA68D-3307-481A-8E89-D3CB2E8693F4}"/>
                  </a:ext>
                </a:extLst>
              </p:cNvPr>
              <p:cNvSpPr>
                <a:spLocks/>
              </p:cNvSpPr>
              <p:nvPr/>
            </p:nvSpPr>
            <p:spPr bwMode="auto">
              <a:xfrm>
                <a:off x="4620305" y="1246611"/>
                <a:ext cx="331666" cy="499206"/>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91" name="组合 90">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solidFill>
                <a:schemeClr val="accent3"/>
              </a:solidFill>
            </p:grpSpPr>
            <p:sp>
              <p:nvSpPr>
                <p:cNvPr id="96"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7"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92" name="组合 91">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solidFill>
                <a:schemeClr val="accent3"/>
              </a:solidFill>
            </p:grpSpPr>
            <p:sp>
              <p:nvSpPr>
                <p:cNvPr id="93"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4"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95"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75" name="组合 74"/>
            <p:cNvGrpSpPr/>
            <p:nvPr userDrawn="1"/>
          </p:nvGrpSpPr>
          <p:grpSpPr>
            <a:xfrm>
              <a:off x="671368" y="6061309"/>
              <a:ext cx="1100339" cy="304965"/>
              <a:chOff x="2372715" y="161759"/>
              <a:chExt cx="2695608" cy="747103"/>
            </a:xfrm>
          </p:grpSpPr>
          <p:grpSp>
            <p:nvGrpSpPr>
              <p:cNvPr id="76" name="组合 75">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solidFill>
                <a:schemeClr val="accent3"/>
              </a:solidFill>
            </p:grpSpPr>
            <p:sp>
              <p:nvSpPr>
                <p:cNvPr id="87"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8"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7" name="组合 76">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solidFill>
                <a:schemeClr val="accent3"/>
              </a:solidFill>
            </p:grpSpPr>
            <p:sp>
              <p:nvSpPr>
                <p:cNvPr id="85"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6"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8" name="组合 77">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solidFill>
                <a:schemeClr val="accent3"/>
              </a:solidFill>
            </p:grpSpPr>
            <p:sp>
              <p:nvSpPr>
                <p:cNvPr id="82"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3"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4"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9" name="组合 78"/>
              <p:cNvGrpSpPr/>
              <p:nvPr/>
            </p:nvGrpSpPr>
            <p:grpSpPr>
              <a:xfrm>
                <a:off x="4613362" y="313351"/>
                <a:ext cx="454961" cy="453362"/>
                <a:chOff x="11893465" y="1994536"/>
                <a:chExt cx="274986" cy="274018"/>
              </a:xfrm>
              <a:solidFill>
                <a:schemeClr val="accent3"/>
              </a:solidFill>
            </p:grpSpPr>
            <p:sp>
              <p:nvSpPr>
                <p:cNvPr id="80" name="Freeform 11">
                  <a:extLst>
                    <a:ext uri="{FF2B5EF4-FFF2-40B4-BE49-F238E27FC236}">
                      <a16:creationId xmlns:a16="http://schemas.microsoft.com/office/drawing/2014/main" id="{9E7CBDC3-9BA0-4307-8967-3267E5966ED9}"/>
                    </a:ext>
                  </a:extLst>
                </p:cNvPr>
                <p:cNvSpPr>
                  <a:spLocks noEditPoints="1"/>
                </p:cNvSpPr>
                <p:nvPr/>
              </p:nvSpPr>
              <p:spPr bwMode="auto">
                <a:xfrm>
                  <a:off x="11976100" y="1994536"/>
                  <a:ext cx="192351" cy="269291"/>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81" name="Freeform 12">
                  <a:extLst>
                    <a:ext uri="{FF2B5EF4-FFF2-40B4-BE49-F238E27FC236}">
                      <a16:creationId xmlns:a16="http://schemas.microsoft.com/office/drawing/2014/main" id="{D88D9717-3185-4A77-8E18-2A8659D441F7}"/>
                    </a:ext>
                  </a:extLst>
                </p:cNvPr>
                <p:cNvSpPr>
                  <a:spLocks/>
                </p:cNvSpPr>
                <p:nvPr/>
              </p:nvSpPr>
              <p:spPr bwMode="auto">
                <a:xfrm>
                  <a:off x="11893465" y="2009127"/>
                  <a:ext cx="103574" cy="259427"/>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3668743063"/>
      </p:ext>
    </p:extLst>
  </p:cSld>
  <p:clrMapOvr>
    <a:masterClrMapping/>
  </p:clrMapOvr>
  <p:transition spd="med">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封面样式2-首页2">
    <p:spTree>
      <p:nvGrpSpPr>
        <p:cNvPr id="1" name=""/>
        <p:cNvGrpSpPr/>
        <p:nvPr/>
      </p:nvGrpSpPr>
      <p:grpSpPr>
        <a:xfrm>
          <a:off x="0" y="0"/>
          <a:ext cx="0" cy="0"/>
          <a:chOff x="0" y="0"/>
          <a:chExt cx="0" cy="0"/>
        </a:xfrm>
      </p:grpSpPr>
      <p:sp>
        <p:nvSpPr>
          <p:cNvPr id="35"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11373037" y="1"/>
            <a:ext cx="818963"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33" name="PA-矩形 7">
            <a:extLst>
              <a:ext uri="{FF2B5EF4-FFF2-40B4-BE49-F238E27FC236}">
                <a16:creationId xmlns:a16="http://schemas.microsoft.com/office/drawing/2014/main" id="{F617AE56-2DFD-4B3C-9381-5F4B6AA7F4D0}"/>
              </a:ext>
            </a:extLst>
          </p:cNvPr>
          <p:cNvSpPr/>
          <p:nvPr userDrawn="1">
            <p:custDataLst>
              <p:tags r:id="rId2"/>
            </p:custDataLst>
          </p:nvPr>
        </p:nvSpPr>
        <p:spPr>
          <a:xfrm>
            <a:off x="0" y="0"/>
            <a:ext cx="1137938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cxnSp>
        <p:nvCxnSpPr>
          <p:cNvPr id="11" name="直接连接符 10"/>
          <p:cNvCxnSpPr/>
          <p:nvPr userDrawn="1"/>
        </p:nvCxnSpPr>
        <p:spPr>
          <a:xfrm>
            <a:off x="11373037" y="0"/>
            <a:ext cx="0" cy="68580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37" name="图片 36"/>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2610651" y="161103"/>
            <a:ext cx="6791691" cy="6535792"/>
          </a:xfrm>
          <a:prstGeom prst="rect">
            <a:avLst/>
          </a:prstGeom>
        </p:spPr>
      </p:pic>
      <p:sp>
        <p:nvSpPr>
          <p:cNvPr id="3" name="矩形 2">
            <a:extLst>
              <a:ext uri="{FF2B5EF4-FFF2-40B4-BE49-F238E27FC236}">
                <a16:creationId xmlns:a16="http://schemas.microsoft.com/office/drawing/2014/main" id="{B9BCF8FA-A10E-4A84-94FB-9EE190AFE929}"/>
              </a:ext>
            </a:extLst>
          </p:cNvPr>
          <p:cNvSpPr/>
          <p:nvPr userDrawn="1"/>
        </p:nvSpPr>
        <p:spPr>
          <a:xfrm>
            <a:off x="0" y="1504950"/>
            <a:ext cx="12192000" cy="3848100"/>
          </a:xfrm>
          <a:prstGeom prst="rect">
            <a:avLst/>
          </a:prstGeom>
          <a:solidFill>
            <a:schemeClr val="bg1"/>
          </a:solidFill>
          <a:ln>
            <a:noFill/>
          </a:ln>
          <a:effectLst>
            <a:outerShdw blurRad="101600" sx="101000" sy="101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ea"/>
              <a:sym typeface="+mn-lt"/>
            </a:endParaRPr>
          </a:p>
        </p:txBody>
      </p:sp>
      <p:sp>
        <p:nvSpPr>
          <p:cNvPr id="31" name="任意多边形: 形状 30">
            <a:extLst>
              <a:ext uri="{FF2B5EF4-FFF2-40B4-BE49-F238E27FC236}">
                <a16:creationId xmlns:a16="http://schemas.microsoft.com/office/drawing/2014/main" id="{C46A2DAE-C2C5-44C0-8C41-6B17019A21CC}"/>
              </a:ext>
            </a:extLst>
          </p:cNvPr>
          <p:cNvSpPr/>
          <p:nvPr userDrawn="1"/>
        </p:nvSpPr>
        <p:spPr>
          <a:xfrm flipV="1">
            <a:off x="5143364" y="3786901"/>
            <a:ext cx="6236023" cy="193259"/>
          </a:xfrm>
          <a:custGeom>
            <a:avLst/>
            <a:gdLst>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262847"/>
              <a:gd name="connsiteX1" fmla="*/ 6415214 w 6415214"/>
              <a:gd name="connsiteY1" fmla="*/ 171407 h 262847"/>
              <a:gd name="connsiteX2" fmla="*/ 6415214 w 6415214"/>
              <a:gd name="connsiteY2" fmla="*/ 100390 h 262847"/>
              <a:gd name="connsiteX3" fmla="*/ 511261 w 6415214"/>
              <a:gd name="connsiteY3" fmla="*/ 100390 h 262847"/>
              <a:gd name="connsiteX4" fmla="*/ 229919 w 6415214"/>
              <a:gd name="connsiteY4" fmla="*/ 0 h 262847"/>
              <a:gd name="connsiteX5" fmla="*/ 229919 w 6415214"/>
              <a:gd name="connsiteY5" fmla="*/ 100390 h 262847"/>
              <a:gd name="connsiteX6" fmla="*/ 0 w 6415214"/>
              <a:gd name="connsiteY6" fmla="*/ 100390 h 262847"/>
              <a:gd name="connsiteX7" fmla="*/ 91440 w 6415214"/>
              <a:gd name="connsiteY7" fmla="*/ 262847 h 262847"/>
              <a:gd name="connsiteX0" fmla="*/ 0 w 6415214"/>
              <a:gd name="connsiteY0" fmla="*/ 171407 h 171407"/>
              <a:gd name="connsiteX1" fmla="*/ 6415214 w 6415214"/>
              <a:gd name="connsiteY1" fmla="*/ 171407 h 171407"/>
              <a:gd name="connsiteX2" fmla="*/ 6415214 w 6415214"/>
              <a:gd name="connsiteY2" fmla="*/ 100390 h 171407"/>
              <a:gd name="connsiteX3" fmla="*/ 511261 w 6415214"/>
              <a:gd name="connsiteY3" fmla="*/ 100390 h 171407"/>
              <a:gd name="connsiteX4" fmla="*/ 229919 w 6415214"/>
              <a:gd name="connsiteY4" fmla="*/ 0 h 171407"/>
              <a:gd name="connsiteX5" fmla="*/ 229919 w 6415214"/>
              <a:gd name="connsiteY5" fmla="*/ 100390 h 171407"/>
              <a:gd name="connsiteX6" fmla="*/ 0 w 6415214"/>
              <a:gd name="connsiteY6" fmla="*/ 100390 h 171407"/>
              <a:gd name="connsiteX0" fmla="*/ 0 w 6415214"/>
              <a:gd name="connsiteY0" fmla="*/ 171407 h 171407"/>
              <a:gd name="connsiteX1" fmla="*/ 6415214 w 6415214"/>
              <a:gd name="connsiteY1" fmla="*/ 100390 h 171407"/>
              <a:gd name="connsiteX2" fmla="*/ 511261 w 6415214"/>
              <a:gd name="connsiteY2" fmla="*/ 100390 h 171407"/>
              <a:gd name="connsiteX3" fmla="*/ 229919 w 6415214"/>
              <a:gd name="connsiteY3" fmla="*/ 0 h 171407"/>
              <a:gd name="connsiteX4" fmla="*/ 229919 w 6415214"/>
              <a:gd name="connsiteY4" fmla="*/ 100390 h 171407"/>
              <a:gd name="connsiteX5" fmla="*/ 0 w 6415214"/>
              <a:gd name="connsiteY5" fmla="*/ 100390 h 171407"/>
              <a:gd name="connsiteX0" fmla="*/ 6415214 w 6415214"/>
              <a:gd name="connsiteY0" fmla="*/ 100390 h 100390"/>
              <a:gd name="connsiteX1" fmla="*/ 511261 w 6415214"/>
              <a:gd name="connsiteY1" fmla="*/ 100390 h 100390"/>
              <a:gd name="connsiteX2" fmla="*/ 229919 w 6415214"/>
              <a:gd name="connsiteY2" fmla="*/ 0 h 100390"/>
              <a:gd name="connsiteX3" fmla="*/ 229919 w 6415214"/>
              <a:gd name="connsiteY3" fmla="*/ 100390 h 100390"/>
              <a:gd name="connsiteX4" fmla="*/ 0 w 6415214"/>
              <a:gd name="connsiteY4" fmla="*/ 100390 h 100390"/>
              <a:gd name="connsiteX0" fmla="*/ 6415214 w 6415214"/>
              <a:gd name="connsiteY0" fmla="*/ 195640 h 195640"/>
              <a:gd name="connsiteX1" fmla="*/ 511261 w 6415214"/>
              <a:gd name="connsiteY1" fmla="*/ 195640 h 195640"/>
              <a:gd name="connsiteX2" fmla="*/ 227538 w 6415214"/>
              <a:gd name="connsiteY2" fmla="*/ 0 h 195640"/>
              <a:gd name="connsiteX3" fmla="*/ 229919 w 6415214"/>
              <a:gd name="connsiteY3" fmla="*/ 195640 h 195640"/>
              <a:gd name="connsiteX4" fmla="*/ 0 w 6415214"/>
              <a:gd name="connsiteY4" fmla="*/ 195640 h 195640"/>
              <a:gd name="connsiteX0" fmla="*/ 6415214 w 6415214"/>
              <a:gd name="connsiteY0" fmla="*/ 193259 h 193259"/>
              <a:gd name="connsiteX1" fmla="*/ 511261 w 6415214"/>
              <a:gd name="connsiteY1" fmla="*/ 193259 h 193259"/>
              <a:gd name="connsiteX2" fmla="*/ 232301 w 6415214"/>
              <a:gd name="connsiteY2" fmla="*/ 0 h 193259"/>
              <a:gd name="connsiteX3" fmla="*/ 229919 w 6415214"/>
              <a:gd name="connsiteY3" fmla="*/ 193259 h 193259"/>
              <a:gd name="connsiteX4" fmla="*/ 0 w 6415214"/>
              <a:gd name="connsiteY4" fmla="*/ 193259 h 1932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15214" h="193259">
                <a:moveTo>
                  <a:pt x="6415214" y="193259"/>
                </a:moveTo>
                <a:lnTo>
                  <a:pt x="511261" y="193259"/>
                </a:lnTo>
                <a:lnTo>
                  <a:pt x="232301" y="0"/>
                </a:lnTo>
                <a:cubicBezTo>
                  <a:pt x="233095" y="65213"/>
                  <a:pt x="229125" y="128046"/>
                  <a:pt x="229919" y="193259"/>
                </a:cubicBezTo>
                <a:lnTo>
                  <a:pt x="0" y="193259"/>
                </a:lnTo>
              </a:path>
            </a:pathLst>
          </a:cu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sym typeface="+mn-lt"/>
            </a:endParaRPr>
          </a:p>
        </p:txBody>
      </p:sp>
      <p:sp>
        <p:nvSpPr>
          <p:cNvPr id="48" name="标题 47">
            <a:extLst>
              <a:ext uri="{FF2B5EF4-FFF2-40B4-BE49-F238E27FC236}">
                <a16:creationId xmlns:a16="http://schemas.microsoft.com/office/drawing/2014/main" id="{253B7C5E-3F08-4EBF-9056-30949C85AEF8}"/>
              </a:ext>
            </a:extLst>
          </p:cNvPr>
          <p:cNvSpPr>
            <a:spLocks noGrp="1"/>
          </p:cNvSpPr>
          <p:nvPr>
            <p:ph type="title" hasCustomPrompt="1"/>
          </p:nvPr>
        </p:nvSpPr>
        <p:spPr>
          <a:xfrm>
            <a:off x="5143364" y="2558484"/>
            <a:ext cx="6206079" cy="1200329"/>
          </a:xfrm>
          <a:prstGeom prst="rect">
            <a:avLst/>
          </a:prstGeom>
          <a:noFill/>
        </p:spPr>
        <p:txBody>
          <a:bodyPr wrap="square" lIns="0" rtlCol="0">
            <a:spAutoFit/>
          </a:bodyPr>
          <a:lstStyle>
            <a:lvl1pPr>
              <a:lnSpc>
                <a:spcPct val="100000"/>
              </a:lnSpc>
              <a:defRPr lang="zh-CN" altLang="en-US" sz="3600" b="1" spc="100" dirty="0">
                <a:latin typeface="+mn-ea"/>
                <a:ea typeface="+mn-ea"/>
                <a:cs typeface="+mn-ea"/>
              </a:defRPr>
            </a:lvl1pPr>
          </a:lstStyle>
          <a:p>
            <a:pPr marL="0" lvl="0"/>
            <a:r>
              <a:rPr lang="zh-CN" altLang="en-US" dirty="0"/>
              <a:t>请在此输入标题</a:t>
            </a:r>
            <a:br>
              <a:rPr lang="zh-CN" altLang="en-US" dirty="0"/>
            </a:br>
            <a:r>
              <a:rPr lang="zh-CN" altLang="en-US" dirty="0"/>
              <a:t>尽量回车保证标题为两行</a:t>
            </a:r>
          </a:p>
        </p:txBody>
      </p:sp>
      <p:sp>
        <p:nvSpPr>
          <p:cNvPr id="60" name="文本占位符 87">
            <a:extLst>
              <a:ext uri="{FF2B5EF4-FFF2-40B4-BE49-F238E27FC236}">
                <a16:creationId xmlns:a16="http://schemas.microsoft.com/office/drawing/2014/main" id="{00D06366-D345-4DCE-A938-EC3BB78363D4}"/>
              </a:ext>
            </a:extLst>
          </p:cNvPr>
          <p:cNvSpPr>
            <a:spLocks noGrp="1"/>
          </p:cNvSpPr>
          <p:nvPr>
            <p:ph type="body" sz="quarter" idx="13" hasCustomPrompt="1"/>
          </p:nvPr>
        </p:nvSpPr>
        <p:spPr>
          <a:xfrm>
            <a:off x="5137014" y="2329801"/>
            <a:ext cx="5154585" cy="258532"/>
          </a:xfrm>
          <a:prstGeom prst="rect">
            <a:avLst/>
          </a:prstGeom>
          <a:noFill/>
        </p:spPr>
        <p:txBody>
          <a:bodyPr wrap="square" lIns="0" rtlCol="0">
            <a:spAutoFit/>
          </a:bodyPr>
          <a:lstStyle>
            <a:lvl1pPr marL="0" indent="0">
              <a:buNone/>
              <a:defRPr lang="zh-CN" altLang="en-US" sz="1200" spc="100" dirty="0">
                <a:solidFill>
                  <a:schemeClr val="tx1">
                    <a:lumMod val="65000"/>
                    <a:lumOff val="35000"/>
                  </a:schemeClr>
                </a:solidFill>
                <a:latin typeface="微软雅黑 Light" panose="020B0502040204020203" pitchFamily="34" charset="-122"/>
                <a:ea typeface="微软雅黑 Light" panose="020B0502040204020203" pitchFamily="34" charset="-122"/>
                <a:cs typeface="+mn-ea"/>
                <a:sym typeface="Wingdings 3" panose="05040102010807070707" pitchFamily="18" charset="2"/>
              </a:defRPr>
            </a:lvl1pPr>
          </a:lstStyle>
          <a:p>
            <a:pPr marL="228600" lvl="0" indent="-228600"/>
            <a:r>
              <a:rPr lang="zh-CN" altLang="en-US" dirty="0"/>
              <a:t>请在此输入你的副标题</a:t>
            </a:r>
          </a:p>
        </p:txBody>
      </p:sp>
      <p:sp>
        <p:nvSpPr>
          <p:cNvPr id="38" name="文本占位符 53">
            <a:extLst>
              <a:ext uri="{FF2B5EF4-FFF2-40B4-BE49-F238E27FC236}">
                <a16:creationId xmlns:a16="http://schemas.microsoft.com/office/drawing/2014/main" id="{6465F7BF-7316-4A2A-9ECF-AB9E637FFCF4}"/>
              </a:ext>
            </a:extLst>
          </p:cNvPr>
          <p:cNvSpPr>
            <a:spLocks noGrp="1"/>
          </p:cNvSpPr>
          <p:nvPr>
            <p:ph type="body" sz="quarter" idx="16" hasCustomPrompt="1"/>
          </p:nvPr>
        </p:nvSpPr>
        <p:spPr>
          <a:xfrm>
            <a:off x="5143364" y="4185030"/>
            <a:ext cx="6229674" cy="372410"/>
          </a:xfrm>
          <a:prstGeom prst="rect">
            <a:avLst/>
          </a:prstGeom>
          <a:noFill/>
        </p:spPr>
        <p:txBody>
          <a:bodyPr wrap="square" lIns="0" rtlCol="0" anchor="ctr" anchorCtr="0">
            <a:spAutoFit/>
          </a:bodyPr>
          <a:lstStyle>
            <a:lvl1pPr marL="0" indent="0">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pic>
        <p:nvPicPr>
          <p:cNvPr id="8" name="图片 7"/>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111261" y="2359437"/>
            <a:ext cx="2855386" cy="2169616"/>
          </a:xfrm>
          <a:prstGeom prst="rect">
            <a:avLst/>
          </a:prstGeom>
        </p:spPr>
      </p:pic>
    </p:spTree>
    <p:extLst>
      <p:ext uri="{BB962C8B-B14F-4D97-AF65-F5344CB8AC3E}">
        <p14:creationId xmlns:p14="http://schemas.microsoft.com/office/powerpoint/2010/main" val="1316552401"/>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封面样式2-首页3">
    <p:spTree>
      <p:nvGrpSpPr>
        <p:cNvPr id="1" name=""/>
        <p:cNvGrpSpPr/>
        <p:nvPr/>
      </p:nvGrpSpPr>
      <p:grpSpPr>
        <a:xfrm>
          <a:off x="0" y="0"/>
          <a:ext cx="0" cy="0"/>
          <a:chOff x="0" y="0"/>
          <a:chExt cx="0" cy="0"/>
        </a:xfrm>
      </p:grpSpPr>
      <p:sp>
        <p:nvSpPr>
          <p:cNvPr id="33" name="PA-矩形 7">
            <a:extLst>
              <a:ext uri="{FF2B5EF4-FFF2-40B4-BE49-F238E27FC236}">
                <a16:creationId xmlns:a16="http://schemas.microsoft.com/office/drawing/2014/main" id="{F617AE56-2DFD-4B3C-9381-5F4B6AA7F4D0}"/>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19" name="任意多边形: 形状 118">
            <a:extLst>
              <a:ext uri="{FF2B5EF4-FFF2-40B4-BE49-F238E27FC236}">
                <a16:creationId xmlns:a16="http://schemas.microsoft.com/office/drawing/2014/main" id="{2598B5BD-9CE3-4414-BCF1-860652297EE0}"/>
              </a:ext>
            </a:extLst>
          </p:cNvPr>
          <p:cNvSpPr/>
          <p:nvPr userDrawn="1"/>
        </p:nvSpPr>
        <p:spPr>
          <a:xfrm rot="1916941">
            <a:off x="-628945" y="-604401"/>
            <a:ext cx="12918999" cy="10347422"/>
          </a:xfrm>
          <a:custGeom>
            <a:avLst/>
            <a:gdLst>
              <a:gd name="connsiteX0" fmla="*/ 3910821 w 12918999"/>
              <a:gd name="connsiteY0" fmla="*/ 3392979 h 10347422"/>
              <a:gd name="connsiteX1" fmla="*/ 10262073 w 12918999"/>
              <a:gd name="connsiteY1" fmla="*/ 135295 h 10347422"/>
              <a:gd name="connsiteX2" fmla="*/ 10593809 w 12918999"/>
              <a:gd name="connsiteY2" fmla="*/ 0 h 10347422"/>
              <a:gd name="connsiteX3" fmla="*/ 12918999 w 12918999"/>
              <a:gd name="connsiteY3" fmla="*/ 3728462 h 10347422"/>
              <a:gd name="connsiteX4" fmla="*/ 11966464 w 12918999"/>
              <a:gd name="connsiteY4" fmla="*/ 4224159 h 10347422"/>
              <a:gd name="connsiteX5" fmla="*/ 3050273 w 12918999"/>
              <a:gd name="connsiteY5" fmla="*/ 10050202 h 10347422"/>
              <a:gd name="connsiteX6" fmla="*/ 2678241 w 12918999"/>
              <a:gd name="connsiteY6" fmla="*/ 10347422 h 10347422"/>
              <a:gd name="connsiteX7" fmla="*/ 0 w 12918999"/>
              <a:gd name="connsiteY7" fmla="*/ 6052840 h 10347422"/>
              <a:gd name="connsiteX8" fmla="*/ 4301 w 12918999"/>
              <a:gd name="connsiteY8" fmla="*/ 6049545 h 10347422"/>
              <a:gd name="connsiteX9" fmla="*/ 3049697 w 12918999"/>
              <a:gd name="connsiteY9" fmla="*/ 3931365 h 10347422"/>
              <a:gd name="connsiteX10" fmla="*/ 3910821 w 12918999"/>
              <a:gd name="connsiteY10" fmla="*/ 3392979 h 10347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18999" h="10347422">
                <a:moveTo>
                  <a:pt x="3910821" y="3392979"/>
                </a:moveTo>
                <a:cubicBezTo>
                  <a:pt x="5934272" y="2157348"/>
                  <a:pt x="8056184" y="1066634"/>
                  <a:pt x="10262073" y="135295"/>
                </a:cubicBezTo>
                <a:lnTo>
                  <a:pt x="10593809" y="0"/>
                </a:lnTo>
                <a:lnTo>
                  <a:pt x="12918999" y="3728462"/>
                </a:lnTo>
                <a:lnTo>
                  <a:pt x="11966464" y="4224159"/>
                </a:lnTo>
                <a:cubicBezTo>
                  <a:pt x="8816355" y="5904658"/>
                  <a:pt x="5833798" y="7857148"/>
                  <a:pt x="3050273" y="10050202"/>
                </a:cubicBezTo>
                <a:lnTo>
                  <a:pt x="2678241" y="10347422"/>
                </a:lnTo>
                <a:lnTo>
                  <a:pt x="0" y="6052840"/>
                </a:lnTo>
                <a:lnTo>
                  <a:pt x="4301" y="6049545"/>
                </a:lnTo>
                <a:cubicBezTo>
                  <a:pt x="990558" y="5305797"/>
                  <a:pt x="2006380" y="4599047"/>
                  <a:pt x="3049697" y="3931365"/>
                </a:cubicBezTo>
                <a:cubicBezTo>
                  <a:pt x="3334701" y="3748973"/>
                  <a:pt x="3621756" y="3569497"/>
                  <a:pt x="3910821" y="3392979"/>
                </a:cubicBezTo>
                <a:close/>
              </a:path>
            </a:pathLst>
          </a:custGeom>
          <a:gradFill>
            <a:gsLst>
              <a:gs pos="0">
                <a:schemeClr val="bg1">
                  <a:alpha val="0"/>
                </a:schemeClr>
              </a:gs>
              <a:gs pos="100000">
                <a:schemeClr val="accent2">
                  <a:alpha val="1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106" name="任意多边形: 形状 105">
            <a:extLst>
              <a:ext uri="{FF2B5EF4-FFF2-40B4-BE49-F238E27FC236}">
                <a16:creationId xmlns:a16="http://schemas.microsoft.com/office/drawing/2014/main" id="{71EDBCA9-8B80-4A76-9586-83EE76079DF6}"/>
              </a:ext>
            </a:extLst>
          </p:cNvPr>
          <p:cNvSpPr/>
          <p:nvPr userDrawn="1"/>
        </p:nvSpPr>
        <p:spPr>
          <a:xfrm rot="2885786">
            <a:off x="1087929" y="-2969595"/>
            <a:ext cx="10843749" cy="12155155"/>
          </a:xfrm>
          <a:custGeom>
            <a:avLst/>
            <a:gdLst>
              <a:gd name="connsiteX0" fmla="*/ 6051751 w 10843749"/>
              <a:gd name="connsiteY0" fmla="*/ 1433305 h 12155155"/>
              <a:gd name="connsiteX1" fmla="*/ 6837805 w 10843749"/>
              <a:gd name="connsiteY1" fmla="*/ 587393 h 12155155"/>
              <a:gd name="connsiteX2" fmla="*/ 7410328 w 10843749"/>
              <a:gd name="connsiteY2" fmla="*/ 0 h 12155155"/>
              <a:gd name="connsiteX3" fmla="*/ 10843749 w 10843749"/>
              <a:gd name="connsiteY3" fmla="*/ 3081016 h 12155155"/>
              <a:gd name="connsiteX4" fmla="*/ 2700969 w 10843749"/>
              <a:gd name="connsiteY4" fmla="*/ 12155155 h 12155155"/>
              <a:gd name="connsiteX5" fmla="*/ 0 w 10843749"/>
              <a:gd name="connsiteY5" fmla="*/ 9731411 h 12155155"/>
              <a:gd name="connsiteX6" fmla="*/ 261077 w 10843749"/>
              <a:gd name="connsiteY6" fmla="*/ 9278934 h 12155155"/>
              <a:gd name="connsiteX7" fmla="*/ 6051751 w 10843749"/>
              <a:gd name="connsiteY7" fmla="*/ 1433305 h 121551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43749" h="12155155">
                <a:moveTo>
                  <a:pt x="6051751" y="1433305"/>
                </a:moveTo>
                <a:cubicBezTo>
                  <a:pt x="6310424" y="1148193"/>
                  <a:pt x="6572461" y="866201"/>
                  <a:pt x="6837805" y="587393"/>
                </a:cubicBezTo>
                <a:lnTo>
                  <a:pt x="7410328" y="0"/>
                </a:lnTo>
                <a:lnTo>
                  <a:pt x="10843749" y="3081016"/>
                </a:lnTo>
                <a:lnTo>
                  <a:pt x="2700969" y="12155155"/>
                </a:lnTo>
                <a:lnTo>
                  <a:pt x="0" y="9731411"/>
                </a:lnTo>
                <a:lnTo>
                  <a:pt x="261077" y="9278934"/>
                </a:lnTo>
                <a:cubicBezTo>
                  <a:pt x="1926385" y="6466781"/>
                  <a:pt x="3869211" y="3838947"/>
                  <a:pt x="6051751" y="1433305"/>
                </a:cubicBezTo>
                <a:close/>
              </a:path>
            </a:pathLst>
          </a:custGeom>
          <a:gradFill>
            <a:gsLst>
              <a:gs pos="0">
                <a:schemeClr val="bg1">
                  <a:alpha val="0"/>
                </a:schemeClr>
              </a:gs>
              <a:gs pos="100000">
                <a:schemeClr val="accent2">
                  <a:alpha val="11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18" name="任意多边形: 形状 117">
            <a:extLst>
              <a:ext uri="{FF2B5EF4-FFF2-40B4-BE49-F238E27FC236}">
                <a16:creationId xmlns:a16="http://schemas.microsoft.com/office/drawing/2014/main" id="{D3BDC8EB-D763-47E3-A6AE-FBF19E39A979}"/>
              </a:ext>
            </a:extLst>
          </p:cNvPr>
          <p:cNvSpPr/>
          <p:nvPr userDrawn="1"/>
        </p:nvSpPr>
        <p:spPr>
          <a:xfrm rot="1846855">
            <a:off x="-307281" y="-539696"/>
            <a:ext cx="12650822" cy="11532482"/>
          </a:xfrm>
          <a:custGeom>
            <a:avLst/>
            <a:gdLst>
              <a:gd name="connsiteX0" fmla="*/ 7956679 w 12650822"/>
              <a:gd name="connsiteY0" fmla="*/ 1195248 h 11532482"/>
              <a:gd name="connsiteX1" fmla="*/ 9978822 w 12650822"/>
              <a:gd name="connsiteY1" fmla="*/ 62012 h 11532482"/>
              <a:gd name="connsiteX2" fmla="*/ 10098991 w 12650822"/>
              <a:gd name="connsiteY2" fmla="*/ 0 h 11532482"/>
              <a:gd name="connsiteX3" fmla="*/ 12650822 w 12650822"/>
              <a:gd name="connsiteY3" fmla="*/ 4283979 h 11532482"/>
              <a:gd name="connsiteX4" fmla="*/ 12245569 w 12650822"/>
              <a:gd name="connsiteY4" fmla="*/ 4531370 h 11532482"/>
              <a:gd name="connsiteX5" fmla="*/ 3166697 w 12650822"/>
              <a:gd name="connsiteY5" fmla="*/ 11321300 h 11532482"/>
              <a:gd name="connsiteX6" fmla="*/ 2933905 w 12650822"/>
              <a:gd name="connsiteY6" fmla="*/ 11532482 h 11532482"/>
              <a:gd name="connsiteX7" fmla="*/ 1718627 w 12650822"/>
              <a:gd name="connsiteY7" fmla="*/ 9865697 h 11532482"/>
              <a:gd name="connsiteX8" fmla="*/ 0 w 12650822"/>
              <a:gd name="connsiteY8" fmla="*/ 6980488 h 11532482"/>
              <a:gd name="connsiteX9" fmla="*/ 22022 w 12650822"/>
              <a:gd name="connsiteY9" fmla="*/ 6960742 h 11532482"/>
              <a:gd name="connsiteX10" fmla="*/ 4718407 w 12650822"/>
              <a:gd name="connsiteY10" fmla="*/ 3273000 h 11532482"/>
              <a:gd name="connsiteX11" fmla="*/ 7956679 w 12650822"/>
              <a:gd name="connsiteY11" fmla="*/ 1195248 h 115324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650822" h="11532482">
                <a:moveTo>
                  <a:pt x="7956679" y="1195248"/>
                </a:moveTo>
                <a:cubicBezTo>
                  <a:pt x="8621077" y="803084"/>
                  <a:pt x="9295272" y="425195"/>
                  <a:pt x="9978822" y="62012"/>
                </a:cubicBezTo>
                <a:lnTo>
                  <a:pt x="10098991" y="0"/>
                </a:lnTo>
                <a:lnTo>
                  <a:pt x="12650822" y="4283979"/>
                </a:lnTo>
                <a:lnTo>
                  <a:pt x="12245569" y="4531370"/>
                </a:lnTo>
                <a:cubicBezTo>
                  <a:pt x="9012618" y="6531229"/>
                  <a:pt x="5974903" y="8805712"/>
                  <a:pt x="3166697" y="11321300"/>
                </a:cubicBezTo>
                <a:lnTo>
                  <a:pt x="2933905" y="11532482"/>
                </a:lnTo>
                <a:lnTo>
                  <a:pt x="1718627" y="9865697"/>
                </a:lnTo>
                <a:lnTo>
                  <a:pt x="0" y="6980488"/>
                </a:lnTo>
                <a:lnTo>
                  <a:pt x="22022" y="6960742"/>
                </a:lnTo>
                <a:cubicBezTo>
                  <a:pt x="1511041" y="5644986"/>
                  <a:pt x="3079104" y="4413194"/>
                  <a:pt x="4718407" y="3273000"/>
                </a:cubicBezTo>
                <a:cubicBezTo>
                  <a:pt x="5769244" y="2542106"/>
                  <a:pt x="6849352" y="1848853"/>
                  <a:pt x="7956679" y="1195248"/>
                </a:cubicBezTo>
                <a:close/>
              </a:path>
            </a:pathLst>
          </a:custGeom>
          <a:gradFill>
            <a:gsLst>
              <a:gs pos="0">
                <a:schemeClr val="bg1">
                  <a:alpha val="3000"/>
                </a:schemeClr>
              </a:gs>
              <a:gs pos="100000">
                <a:schemeClr val="accent2">
                  <a:alpha val="18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微软雅黑"/>
              <a:ea typeface="微软雅黑"/>
              <a:cs typeface="+mn-cs"/>
            </a:endParaRPr>
          </a:p>
        </p:txBody>
      </p:sp>
      <p:sp>
        <p:nvSpPr>
          <p:cNvPr id="49" name="任意多边形: 形状 83">
            <a:extLst>
              <a:ext uri="{FF2B5EF4-FFF2-40B4-BE49-F238E27FC236}">
                <a16:creationId xmlns:a16="http://schemas.microsoft.com/office/drawing/2014/main" id="{BF5A8484-2D5B-4F59-A3A8-5B9369A9154A}"/>
              </a:ext>
            </a:extLst>
          </p:cNvPr>
          <p:cNvSpPr/>
          <p:nvPr userDrawn="1"/>
        </p:nvSpPr>
        <p:spPr>
          <a:xfrm>
            <a:off x="-1" y="2998308"/>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50" name="任意多边形: 形状 83">
            <a:extLst>
              <a:ext uri="{FF2B5EF4-FFF2-40B4-BE49-F238E27FC236}">
                <a16:creationId xmlns:a16="http://schemas.microsoft.com/office/drawing/2014/main" id="{BF5A8484-2D5B-4F59-A3A8-5B9369A9154A}"/>
              </a:ext>
            </a:extLst>
          </p:cNvPr>
          <p:cNvSpPr/>
          <p:nvPr userDrawn="1"/>
        </p:nvSpPr>
        <p:spPr>
          <a:xfrm>
            <a:off x="-2" y="3019587"/>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102" name="任意多边形: 形状 101">
            <a:extLst>
              <a:ext uri="{FF2B5EF4-FFF2-40B4-BE49-F238E27FC236}">
                <a16:creationId xmlns:a16="http://schemas.microsoft.com/office/drawing/2014/main" id="{0EDC3667-87B7-4232-9F74-2F0E9CE7574F}"/>
              </a:ext>
            </a:extLst>
          </p:cNvPr>
          <p:cNvSpPr/>
          <p:nvPr userDrawn="1"/>
        </p:nvSpPr>
        <p:spPr>
          <a:xfrm rot="2676034">
            <a:off x="-1681418" y="5021332"/>
            <a:ext cx="3362838" cy="3410056"/>
          </a:xfrm>
          <a:custGeom>
            <a:avLst/>
            <a:gdLst>
              <a:gd name="connsiteX0" fmla="*/ 0 w 3362838"/>
              <a:gd name="connsiteY0" fmla="*/ 0 h 3410056"/>
              <a:gd name="connsiteX1" fmla="*/ 3362838 w 3362838"/>
              <a:gd name="connsiteY1" fmla="*/ 3410056 h 3410056"/>
              <a:gd name="connsiteX2" fmla="*/ 3362837 w 3362838"/>
              <a:gd name="connsiteY2" fmla="*/ 3410056 h 3410056"/>
              <a:gd name="connsiteX3" fmla="*/ 0 w 3362838"/>
              <a:gd name="connsiteY3" fmla="*/ 1 h 3410056"/>
            </a:gdLst>
            <a:ahLst/>
            <a:cxnLst>
              <a:cxn ang="0">
                <a:pos x="connsiteX0" y="connsiteY0"/>
              </a:cxn>
              <a:cxn ang="0">
                <a:pos x="connsiteX1" y="connsiteY1"/>
              </a:cxn>
              <a:cxn ang="0">
                <a:pos x="connsiteX2" y="connsiteY2"/>
              </a:cxn>
              <a:cxn ang="0">
                <a:pos x="connsiteX3" y="connsiteY3"/>
              </a:cxn>
            </a:cxnLst>
            <a:rect l="l" t="t" r="r" b="b"/>
            <a:pathLst>
              <a:path w="3362838" h="3410056">
                <a:moveTo>
                  <a:pt x="0" y="0"/>
                </a:moveTo>
                <a:lnTo>
                  <a:pt x="3362838" y="3410056"/>
                </a:lnTo>
                <a:lnTo>
                  <a:pt x="3362837" y="3410056"/>
                </a:lnTo>
                <a:lnTo>
                  <a:pt x="0" y="1"/>
                </a:lnTo>
                <a:close/>
              </a:path>
            </a:pathLst>
          </a:custGeom>
          <a:gradFill>
            <a:gsLst>
              <a:gs pos="0">
                <a:schemeClr val="bg1">
                  <a:alpha val="0"/>
                </a:schemeClr>
              </a:gs>
              <a:gs pos="100000">
                <a:schemeClr val="accent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84" name="任意多边形: 形状 83">
            <a:extLst>
              <a:ext uri="{FF2B5EF4-FFF2-40B4-BE49-F238E27FC236}">
                <a16:creationId xmlns:a16="http://schemas.microsoft.com/office/drawing/2014/main" id="{BF5A8484-2D5B-4F59-A3A8-5B9369A9154A}"/>
              </a:ext>
            </a:extLst>
          </p:cNvPr>
          <p:cNvSpPr/>
          <p:nvPr userDrawn="1"/>
        </p:nvSpPr>
        <p:spPr>
          <a:xfrm>
            <a:off x="1" y="3201986"/>
            <a:ext cx="12191999" cy="3656014"/>
          </a:xfrm>
          <a:custGeom>
            <a:avLst/>
            <a:gdLst>
              <a:gd name="connsiteX0" fmla="*/ 6096002 w 12191999"/>
              <a:gd name="connsiteY0" fmla="*/ 0 h 3656014"/>
              <a:gd name="connsiteX1" fmla="*/ 11517301 w 12191999"/>
              <a:gd name="connsiteY1" fmla="*/ 568339 h 3656014"/>
              <a:gd name="connsiteX2" fmla="*/ 12191999 w 12191999"/>
              <a:gd name="connsiteY2" fmla="*/ 741496 h 3656014"/>
              <a:gd name="connsiteX3" fmla="*/ 12191999 w 12191999"/>
              <a:gd name="connsiteY3" fmla="*/ 3656014 h 3656014"/>
              <a:gd name="connsiteX4" fmla="*/ 0 w 12191999"/>
              <a:gd name="connsiteY4" fmla="*/ 3656014 h 3656014"/>
              <a:gd name="connsiteX5" fmla="*/ 0 w 12191999"/>
              <a:gd name="connsiteY5" fmla="*/ 741497 h 3656014"/>
              <a:gd name="connsiteX6" fmla="*/ 674702 w 12191999"/>
              <a:gd name="connsiteY6" fmla="*/ 568339 h 3656014"/>
              <a:gd name="connsiteX7" fmla="*/ 6096002 w 12191999"/>
              <a:gd name="connsiteY7" fmla="*/ 0 h 36560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1999" h="3656014">
                <a:moveTo>
                  <a:pt x="6096002" y="0"/>
                </a:moveTo>
                <a:cubicBezTo>
                  <a:pt x="8104174" y="0"/>
                  <a:pt x="9969760" y="209519"/>
                  <a:pt x="11517301" y="568339"/>
                </a:cubicBezTo>
                <a:lnTo>
                  <a:pt x="12191999" y="741496"/>
                </a:lnTo>
                <a:lnTo>
                  <a:pt x="12191999" y="3656014"/>
                </a:lnTo>
                <a:lnTo>
                  <a:pt x="0" y="3656014"/>
                </a:lnTo>
                <a:lnTo>
                  <a:pt x="0" y="741497"/>
                </a:lnTo>
                <a:lnTo>
                  <a:pt x="674702" y="568339"/>
                </a:lnTo>
                <a:cubicBezTo>
                  <a:pt x="2222243" y="209519"/>
                  <a:pt x="4087830" y="0"/>
                  <a:pt x="6096002" y="0"/>
                </a:cubicBezTo>
                <a:close/>
              </a:path>
            </a:pathLst>
          </a:custGeom>
          <a:solidFill>
            <a:schemeClr val="bg1"/>
          </a:solidFill>
          <a:ln>
            <a:noFill/>
          </a:ln>
          <a:effectLst>
            <a:outerShdw blurRad="3810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0" fontAlgn="base" latinLnBrk="0" hangingPunct="0">
              <a:lnSpc>
                <a:spcPct val="13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ea"/>
            </a:endParaRPr>
          </a:p>
        </p:txBody>
      </p:sp>
      <p:sp>
        <p:nvSpPr>
          <p:cNvPr id="48" name="标题 47">
            <a:extLst>
              <a:ext uri="{FF2B5EF4-FFF2-40B4-BE49-F238E27FC236}">
                <a16:creationId xmlns:a16="http://schemas.microsoft.com/office/drawing/2014/main" id="{253B7C5E-3F08-4EBF-9056-30949C85AEF8}"/>
              </a:ext>
            </a:extLst>
          </p:cNvPr>
          <p:cNvSpPr>
            <a:spLocks noGrp="1"/>
          </p:cNvSpPr>
          <p:nvPr userDrawn="1">
            <p:ph type="title" hasCustomPrompt="1"/>
          </p:nvPr>
        </p:nvSpPr>
        <p:spPr>
          <a:xfrm>
            <a:off x="515938" y="3758091"/>
            <a:ext cx="11160124" cy="1323439"/>
          </a:xfrm>
          <a:prstGeom prst="rect">
            <a:avLst/>
          </a:prstGeom>
          <a:noFill/>
        </p:spPr>
        <p:txBody>
          <a:bodyPr wrap="square" lIns="0" rtlCol="0">
            <a:spAutoFit/>
          </a:bodyPr>
          <a:lstStyle>
            <a:lvl1pPr algn="ctr">
              <a:lnSpc>
                <a:spcPct val="100000"/>
              </a:lnSpc>
              <a:defRPr lang="zh-CN" altLang="en-US" sz="4000" b="1" spc="100" dirty="0">
                <a:solidFill>
                  <a:schemeClr val="tx1"/>
                </a:solidFill>
                <a:latin typeface="+mn-ea"/>
                <a:ea typeface="+mn-ea"/>
                <a:cs typeface="+mn-ea"/>
              </a:defRPr>
            </a:lvl1pPr>
          </a:lstStyle>
          <a:p>
            <a:pPr marL="0" lvl="0"/>
            <a:r>
              <a:rPr lang="zh-CN" altLang="en-US" dirty="0"/>
              <a:t>北京理工大学</a:t>
            </a:r>
            <a:br>
              <a:rPr lang="zh-CN" altLang="en-US" dirty="0"/>
            </a:br>
            <a:r>
              <a:rPr lang="zh-CN" altLang="en-US" dirty="0"/>
              <a:t>毕业设计论文答辩模板</a:t>
            </a:r>
          </a:p>
        </p:txBody>
      </p:sp>
      <p:sp>
        <p:nvSpPr>
          <p:cNvPr id="38" name="文本占位符 53">
            <a:extLst>
              <a:ext uri="{FF2B5EF4-FFF2-40B4-BE49-F238E27FC236}">
                <a16:creationId xmlns:a16="http://schemas.microsoft.com/office/drawing/2014/main" id="{6465F7BF-7316-4A2A-9ECF-AB9E637FFCF4}"/>
              </a:ext>
            </a:extLst>
          </p:cNvPr>
          <p:cNvSpPr>
            <a:spLocks noGrp="1"/>
          </p:cNvSpPr>
          <p:nvPr userDrawn="1">
            <p:ph type="body" sz="quarter" idx="16" hasCustomPrompt="1"/>
          </p:nvPr>
        </p:nvSpPr>
        <p:spPr>
          <a:xfrm>
            <a:off x="2141362" y="5528219"/>
            <a:ext cx="7909277" cy="372410"/>
          </a:xfrm>
          <a:prstGeom prst="rect">
            <a:avLst/>
          </a:prstGeom>
          <a:noFill/>
        </p:spPr>
        <p:txBody>
          <a:bodyPr wrap="square" lIns="0" rtlCol="0" anchor="ctr" anchorCtr="0">
            <a:spAutoFit/>
          </a:bodyPr>
          <a:lstStyle>
            <a:lvl1pPr marL="0" indent="0" algn="ctr">
              <a:lnSpc>
                <a:spcPct val="130000"/>
              </a:lnSpc>
              <a:buNone/>
              <a:defRPr lang="zh-CN" altLang="en-US" sz="1400" spc="100" smtClean="0">
                <a:solidFill>
                  <a:schemeClr val="tx1">
                    <a:lumMod val="85000"/>
                    <a:lumOff val="15000"/>
                  </a:schemeClr>
                </a:solidFill>
                <a:cs typeface="+mn-ea"/>
              </a:defRPr>
            </a:lvl1pPr>
            <a:lvl2pPr>
              <a:defRPr lang="zh-CN" altLang="en-US" sz="1800" smtClean="0"/>
            </a:lvl2pPr>
            <a:lvl3pPr>
              <a:defRPr lang="zh-CN" altLang="en-US" sz="1800" smtClean="0"/>
            </a:lvl3pPr>
            <a:lvl4pPr>
              <a:defRPr lang="zh-CN" altLang="en-US" smtClean="0"/>
            </a:lvl4pPr>
            <a:lvl5pPr>
              <a:defRPr lang="zh-CN" altLang="en-US"/>
            </a:lvl5pPr>
          </a:lstStyle>
          <a:p>
            <a:pPr marL="0" lvl="0">
              <a:lnSpc>
                <a:spcPct val="130000"/>
              </a:lnSpc>
            </a:pPr>
            <a:r>
              <a:rPr lang="zh-CN" altLang="en-US" dirty="0"/>
              <a:t>答辩人：北小理　　　导　师： 京小工　　　时　间：</a:t>
            </a:r>
            <a:r>
              <a:rPr lang="en-US" altLang="zh-CN" dirty="0"/>
              <a:t>XXX</a:t>
            </a:r>
            <a:endParaRPr lang="zh-CN" altLang="en-US" dirty="0"/>
          </a:p>
        </p:txBody>
      </p:sp>
      <p:cxnSp>
        <p:nvCxnSpPr>
          <p:cNvPr id="18" name="直接连接符 17">
            <a:extLst>
              <a:ext uri="{FF2B5EF4-FFF2-40B4-BE49-F238E27FC236}">
                <a16:creationId xmlns:a16="http://schemas.microsoft.com/office/drawing/2014/main" id="{598AF966-7C79-45DC-9C70-AB081DBECE7D}"/>
              </a:ext>
            </a:extLst>
          </p:cNvPr>
          <p:cNvCxnSpPr>
            <a:cxnSpLocks/>
          </p:cNvCxnSpPr>
          <p:nvPr userDrawn="1"/>
        </p:nvCxnSpPr>
        <p:spPr>
          <a:xfrm>
            <a:off x="2108522" y="5295418"/>
            <a:ext cx="7974957"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66200" y="944838"/>
            <a:ext cx="4510874" cy="1262604"/>
          </a:xfrm>
          <a:prstGeom prst="rect">
            <a:avLst/>
          </a:prstGeom>
        </p:spPr>
      </p:pic>
      <p:sp>
        <p:nvSpPr>
          <p:cNvPr id="51" name="文本框 50"/>
          <p:cNvSpPr txBox="1"/>
          <p:nvPr userDrawn="1"/>
        </p:nvSpPr>
        <p:spPr>
          <a:xfrm>
            <a:off x="150844" y="6088688"/>
            <a:ext cx="2156520" cy="617431"/>
          </a:xfrm>
          <a:prstGeom prst="rect">
            <a:avLst/>
          </a:prstGeom>
          <a:noFill/>
          <a:ln>
            <a:noFill/>
          </a:ln>
        </p:spPr>
        <p:txBody>
          <a:bodyPr wrap="square" lIns="180000" tIns="180000" rIns="180000" bIns="18000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en-US" altLang="zh-CN" sz="1400" b="1" i="0" u="none" strike="noStrike" kern="1200" cap="none" spc="100" normalizeH="0" baseline="0" noProof="0" dirty="0">
                <a:ln>
                  <a:noFill/>
                </a:ln>
                <a:solidFill>
                  <a:srgbClr val="A2A2A2"/>
                </a:solidFill>
                <a:effectLst/>
                <a:uLnTx/>
                <a:uFillTx/>
                <a:latin typeface="微软雅黑"/>
                <a:ea typeface="微软雅黑"/>
                <a:cs typeface="+mn-cs"/>
              </a:rPr>
              <a:t>BIT</a:t>
            </a:r>
            <a:r>
              <a:rPr kumimoji="0" lang="en-US" altLang="zh-CN" sz="1400" b="0"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a:t>
            </a:r>
            <a:r>
              <a:rPr kumimoji="0" lang="en-US" altLang="zh-CN" sz="1400" b="0"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 </a:t>
            </a:r>
            <a:r>
              <a:rPr kumimoji="0" lang="en-US" altLang="zh-CN" sz="1400" b="1" i="0" u="none" strike="noStrike" kern="1200" cap="none" spc="100" normalizeH="0" baseline="0" noProof="0" dirty="0">
                <a:ln>
                  <a:noFill/>
                </a:ln>
                <a:solidFill>
                  <a:srgbClr val="A2A2A2"/>
                </a:solidFill>
                <a:effectLst/>
                <a:uLnTx/>
                <a:uFillTx/>
                <a:latin typeface="微软雅黑"/>
                <a:ea typeface="微软雅黑" panose="020B0503020204020204" pitchFamily="34" charset="-122"/>
                <a:cs typeface="+mn-cs"/>
              </a:rPr>
              <a:t>SINCE 1940</a:t>
            </a:r>
            <a:endParaRPr kumimoji="0" lang="zh-CN" altLang="en-US" sz="1400" b="1" i="0" u="none" strike="noStrike" kern="1200" cap="none" spc="100" normalizeH="0" baseline="0" noProof="0" dirty="0">
              <a:ln>
                <a:noFill/>
              </a:ln>
              <a:solidFill>
                <a:srgbClr val="A2A2A2"/>
              </a:solidFill>
              <a:effectLst/>
              <a:uLnTx/>
              <a:uFillTx/>
              <a:latin typeface="微软雅黑 Light" panose="020B0502040204020203" pitchFamily="34" charset="-122"/>
              <a:ea typeface="微软雅黑 Light" panose="020B0502040204020203" pitchFamily="34" charset="-122"/>
              <a:cs typeface="+mn-cs"/>
            </a:endParaRPr>
          </a:p>
        </p:txBody>
      </p:sp>
      <p:grpSp>
        <p:nvGrpSpPr>
          <p:cNvPr id="3" name="组合 2"/>
          <p:cNvGrpSpPr/>
          <p:nvPr userDrawn="1"/>
        </p:nvGrpSpPr>
        <p:grpSpPr>
          <a:xfrm>
            <a:off x="10272478" y="6308389"/>
            <a:ext cx="1629576" cy="198576"/>
            <a:chOff x="10272478" y="6308389"/>
            <a:chExt cx="1629576" cy="198576"/>
          </a:xfrm>
        </p:grpSpPr>
        <p:grpSp>
          <p:nvGrpSpPr>
            <p:cNvPr id="40" name="组合 39"/>
            <p:cNvGrpSpPr/>
            <p:nvPr userDrawn="1"/>
          </p:nvGrpSpPr>
          <p:grpSpPr>
            <a:xfrm>
              <a:off x="11216726" y="6310650"/>
              <a:ext cx="685328" cy="194486"/>
              <a:chOff x="2373567" y="1096524"/>
              <a:chExt cx="2578404" cy="731714"/>
            </a:xfrm>
          </p:grpSpPr>
          <p:sp>
            <p:nvSpPr>
              <p:cNvPr id="70" name="Freeform 5">
                <a:extLst>
                  <a:ext uri="{FF2B5EF4-FFF2-40B4-BE49-F238E27FC236}">
                    <a16:creationId xmlns:a16="http://schemas.microsoft.com/office/drawing/2014/main" id="{7EF8326A-A460-4F1F-A35E-22F6C0E02782}"/>
                  </a:ext>
                </a:extLst>
              </p:cNvPr>
              <p:cNvSpPr>
                <a:spLocks/>
              </p:cNvSpPr>
              <p:nvPr/>
            </p:nvSpPr>
            <p:spPr bwMode="auto">
              <a:xfrm>
                <a:off x="3797881" y="1143043"/>
                <a:ext cx="576140" cy="649652"/>
              </a:xfrm>
              <a:custGeom>
                <a:avLst/>
                <a:gdLst>
                  <a:gd name="T0" fmla="*/ 41 w 125"/>
                  <a:gd name="T1" fmla="*/ 16 h 142"/>
                  <a:gd name="T2" fmla="*/ 49 w 125"/>
                  <a:gd name="T3" fmla="*/ 3 h 142"/>
                  <a:gd name="T4" fmla="*/ 62 w 125"/>
                  <a:gd name="T5" fmla="*/ 20 h 142"/>
                  <a:gd name="T6" fmla="*/ 64 w 125"/>
                  <a:gd name="T7" fmla="*/ 33 h 142"/>
                  <a:gd name="T8" fmla="*/ 50 w 125"/>
                  <a:gd name="T9" fmla="*/ 34 h 142"/>
                  <a:gd name="T10" fmla="*/ 58 w 125"/>
                  <a:gd name="T11" fmla="*/ 58 h 142"/>
                  <a:gd name="T12" fmla="*/ 75 w 125"/>
                  <a:gd name="T13" fmla="*/ 59 h 142"/>
                  <a:gd name="T14" fmla="*/ 71 w 125"/>
                  <a:gd name="T15" fmla="*/ 50 h 142"/>
                  <a:gd name="T16" fmla="*/ 81 w 125"/>
                  <a:gd name="T17" fmla="*/ 47 h 142"/>
                  <a:gd name="T18" fmla="*/ 65 w 125"/>
                  <a:gd name="T19" fmla="*/ 42 h 142"/>
                  <a:gd name="T20" fmla="*/ 63 w 125"/>
                  <a:gd name="T21" fmla="*/ 37 h 142"/>
                  <a:gd name="T22" fmla="*/ 85 w 125"/>
                  <a:gd name="T23" fmla="*/ 27 h 142"/>
                  <a:gd name="T24" fmla="*/ 93 w 125"/>
                  <a:gd name="T25" fmla="*/ 2 h 142"/>
                  <a:gd name="T26" fmla="*/ 99 w 125"/>
                  <a:gd name="T27" fmla="*/ 5 h 142"/>
                  <a:gd name="T28" fmla="*/ 111 w 125"/>
                  <a:gd name="T29" fmla="*/ 30 h 142"/>
                  <a:gd name="T30" fmla="*/ 102 w 125"/>
                  <a:gd name="T31" fmla="*/ 34 h 142"/>
                  <a:gd name="T32" fmla="*/ 95 w 125"/>
                  <a:gd name="T33" fmla="*/ 59 h 142"/>
                  <a:gd name="T34" fmla="*/ 123 w 125"/>
                  <a:gd name="T35" fmla="*/ 61 h 142"/>
                  <a:gd name="T36" fmla="*/ 110 w 125"/>
                  <a:gd name="T37" fmla="*/ 71 h 142"/>
                  <a:gd name="T38" fmla="*/ 104 w 125"/>
                  <a:gd name="T39" fmla="*/ 82 h 142"/>
                  <a:gd name="T40" fmla="*/ 112 w 125"/>
                  <a:gd name="T41" fmla="*/ 134 h 142"/>
                  <a:gd name="T42" fmla="*/ 102 w 125"/>
                  <a:gd name="T43" fmla="*/ 140 h 142"/>
                  <a:gd name="T44" fmla="*/ 89 w 125"/>
                  <a:gd name="T45" fmla="*/ 123 h 142"/>
                  <a:gd name="T46" fmla="*/ 101 w 125"/>
                  <a:gd name="T47" fmla="*/ 128 h 142"/>
                  <a:gd name="T48" fmla="*/ 101 w 125"/>
                  <a:gd name="T49" fmla="*/ 92 h 142"/>
                  <a:gd name="T50" fmla="*/ 97 w 125"/>
                  <a:gd name="T51" fmla="*/ 99 h 142"/>
                  <a:gd name="T52" fmla="*/ 90 w 125"/>
                  <a:gd name="T53" fmla="*/ 103 h 142"/>
                  <a:gd name="T54" fmla="*/ 86 w 125"/>
                  <a:gd name="T55" fmla="*/ 110 h 142"/>
                  <a:gd name="T56" fmla="*/ 81 w 125"/>
                  <a:gd name="T57" fmla="*/ 120 h 142"/>
                  <a:gd name="T58" fmla="*/ 88 w 125"/>
                  <a:gd name="T59" fmla="*/ 71 h 142"/>
                  <a:gd name="T60" fmla="*/ 60 w 125"/>
                  <a:gd name="T61" fmla="*/ 87 h 142"/>
                  <a:gd name="T62" fmla="*/ 53 w 125"/>
                  <a:gd name="T63" fmla="*/ 89 h 142"/>
                  <a:gd name="T64" fmla="*/ 51 w 125"/>
                  <a:gd name="T65" fmla="*/ 128 h 142"/>
                  <a:gd name="T66" fmla="*/ 43 w 125"/>
                  <a:gd name="T67" fmla="*/ 134 h 142"/>
                  <a:gd name="T68" fmla="*/ 39 w 125"/>
                  <a:gd name="T69" fmla="*/ 107 h 142"/>
                  <a:gd name="T70" fmla="*/ 33 w 125"/>
                  <a:gd name="T71" fmla="*/ 114 h 142"/>
                  <a:gd name="T72" fmla="*/ 17 w 125"/>
                  <a:gd name="T73" fmla="*/ 108 h 142"/>
                  <a:gd name="T74" fmla="*/ 5 w 125"/>
                  <a:gd name="T75" fmla="*/ 81 h 142"/>
                  <a:gd name="T76" fmla="*/ 34 w 125"/>
                  <a:gd name="T77" fmla="*/ 56 h 142"/>
                  <a:gd name="T78" fmla="*/ 38 w 125"/>
                  <a:gd name="T79" fmla="*/ 33 h 142"/>
                  <a:gd name="T80" fmla="*/ 22 w 125"/>
                  <a:gd name="T81" fmla="*/ 55 h 142"/>
                  <a:gd name="T82" fmla="*/ 14 w 125"/>
                  <a:gd name="T83" fmla="*/ 55 h 142"/>
                  <a:gd name="T84" fmla="*/ 11 w 125"/>
                  <a:gd name="T85" fmla="*/ 36 h 142"/>
                  <a:gd name="T86" fmla="*/ 32 w 125"/>
                  <a:gd name="T87" fmla="*/ 22 h 142"/>
                  <a:gd name="T88" fmla="*/ 28 w 125"/>
                  <a:gd name="T89" fmla="*/ 33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5" h="142">
                    <a:moveTo>
                      <a:pt x="28" y="33"/>
                    </a:moveTo>
                    <a:cubicBezTo>
                      <a:pt x="35" y="29"/>
                      <a:pt x="41" y="25"/>
                      <a:pt x="41" y="16"/>
                    </a:cubicBezTo>
                    <a:cubicBezTo>
                      <a:pt x="41" y="13"/>
                      <a:pt x="43" y="9"/>
                      <a:pt x="44" y="6"/>
                    </a:cubicBezTo>
                    <a:cubicBezTo>
                      <a:pt x="45" y="5"/>
                      <a:pt x="48" y="3"/>
                      <a:pt x="49" y="3"/>
                    </a:cubicBezTo>
                    <a:cubicBezTo>
                      <a:pt x="54" y="4"/>
                      <a:pt x="59" y="9"/>
                      <a:pt x="59" y="15"/>
                    </a:cubicBezTo>
                    <a:cubicBezTo>
                      <a:pt x="59" y="18"/>
                      <a:pt x="60" y="19"/>
                      <a:pt x="62" y="20"/>
                    </a:cubicBezTo>
                    <a:cubicBezTo>
                      <a:pt x="65" y="22"/>
                      <a:pt x="68" y="25"/>
                      <a:pt x="69" y="28"/>
                    </a:cubicBezTo>
                    <a:cubicBezTo>
                      <a:pt x="71" y="32"/>
                      <a:pt x="68" y="34"/>
                      <a:pt x="64" y="33"/>
                    </a:cubicBezTo>
                    <a:cubicBezTo>
                      <a:pt x="62" y="32"/>
                      <a:pt x="60" y="31"/>
                      <a:pt x="57" y="30"/>
                    </a:cubicBezTo>
                    <a:cubicBezTo>
                      <a:pt x="53" y="28"/>
                      <a:pt x="51" y="29"/>
                      <a:pt x="50" y="34"/>
                    </a:cubicBezTo>
                    <a:cubicBezTo>
                      <a:pt x="48" y="45"/>
                      <a:pt x="46" y="56"/>
                      <a:pt x="52" y="66"/>
                    </a:cubicBezTo>
                    <a:cubicBezTo>
                      <a:pt x="54" y="64"/>
                      <a:pt x="56" y="62"/>
                      <a:pt x="58" y="58"/>
                    </a:cubicBezTo>
                    <a:cubicBezTo>
                      <a:pt x="61" y="62"/>
                      <a:pt x="63" y="65"/>
                      <a:pt x="65" y="69"/>
                    </a:cubicBezTo>
                    <a:cubicBezTo>
                      <a:pt x="68" y="66"/>
                      <a:pt x="72" y="62"/>
                      <a:pt x="75" y="59"/>
                    </a:cubicBezTo>
                    <a:cubicBezTo>
                      <a:pt x="76" y="58"/>
                      <a:pt x="75" y="56"/>
                      <a:pt x="75" y="55"/>
                    </a:cubicBezTo>
                    <a:cubicBezTo>
                      <a:pt x="74" y="53"/>
                      <a:pt x="71" y="51"/>
                      <a:pt x="71" y="50"/>
                    </a:cubicBezTo>
                    <a:cubicBezTo>
                      <a:pt x="72" y="47"/>
                      <a:pt x="75" y="46"/>
                      <a:pt x="78" y="47"/>
                    </a:cubicBezTo>
                    <a:cubicBezTo>
                      <a:pt x="79" y="47"/>
                      <a:pt x="80" y="47"/>
                      <a:pt x="81" y="47"/>
                    </a:cubicBezTo>
                    <a:cubicBezTo>
                      <a:pt x="81" y="44"/>
                      <a:pt x="82" y="40"/>
                      <a:pt x="83" y="35"/>
                    </a:cubicBezTo>
                    <a:cubicBezTo>
                      <a:pt x="76" y="38"/>
                      <a:pt x="71" y="40"/>
                      <a:pt x="65" y="42"/>
                    </a:cubicBezTo>
                    <a:cubicBezTo>
                      <a:pt x="61" y="44"/>
                      <a:pt x="60" y="44"/>
                      <a:pt x="57" y="40"/>
                    </a:cubicBezTo>
                    <a:cubicBezTo>
                      <a:pt x="59" y="39"/>
                      <a:pt x="61" y="38"/>
                      <a:pt x="63" y="37"/>
                    </a:cubicBezTo>
                    <a:cubicBezTo>
                      <a:pt x="69" y="35"/>
                      <a:pt x="75" y="33"/>
                      <a:pt x="81" y="30"/>
                    </a:cubicBezTo>
                    <a:cubicBezTo>
                      <a:pt x="83" y="30"/>
                      <a:pt x="84" y="28"/>
                      <a:pt x="85" y="27"/>
                    </a:cubicBezTo>
                    <a:cubicBezTo>
                      <a:pt x="87" y="21"/>
                      <a:pt x="88" y="14"/>
                      <a:pt x="90" y="8"/>
                    </a:cubicBezTo>
                    <a:cubicBezTo>
                      <a:pt x="90" y="6"/>
                      <a:pt x="92" y="3"/>
                      <a:pt x="93" y="2"/>
                    </a:cubicBezTo>
                    <a:cubicBezTo>
                      <a:pt x="94" y="0"/>
                      <a:pt x="96" y="0"/>
                      <a:pt x="98" y="0"/>
                    </a:cubicBezTo>
                    <a:cubicBezTo>
                      <a:pt x="98" y="1"/>
                      <a:pt x="99" y="4"/>
                      <a:pt x="99" y="5"/>
                    </a:cubicBezTo>
                    <a:cubicBezTo>
                      <a:pt x="93" y="12"/>
                      <a:pt x="94" y="20"/>
                      <a:pt x="92" y="28"/>
                    </a:cubicBezTo>
                    <a:cubicBezTo>
                      <a:pt x="98" y="31"/>
                      <a:pt x="105" y="25"/>
                      <a:pt x="111" y="30"/>
                    </a:cubicBezTo>
                    <a:cubicBezTo>
                      <a:pt x="109" y="33"/>
                      <a:pt x="107" y="36"/>
                      <a:pt x="103" y="35"/>
                    </a:cubicBezTo>
                    <a:cubicBezTo>
                      <a:pt x="103" y="34"/>
                      <a:pt x="102" y="34"/>
                      <a:pt x="102" y="34"/>
                    </a:cubicBezTo>
                    <a:cubicBezTo>
                      <a:pt x="92" y="34"/>
                      <a:pt x="88" y="39"/>
                      <a:pt x="90" y="49"/>
                    </a:cubicBezTo>
                    <a:cubicBezTo>
                      <a:pt x="91" y="52"/>
                      <a:pt x="93" y="55"/>
                      <a:pt x="95" y="59"/>
                    </a:cubicBezTo>
                    <a:cubicBezTo>
                      <a:pt x="99" y="59"/>
                      <a:pt x="104" y="58"/>
                      <a:pt x="109" y="57"/>
                    </a:cubicBezTo>
                    <a:cubicBezTo>
                      <a:pt x="114" y="56"/>
                      <a:pt x="119" y="58"/>
                      <a:pt x="123" y="61"/>
                    </a:cubicBezTo>
                    <a:cubicBezTo>
                      <a:pt x="125" y="63"/>
                      <a:pt x="125" y="66"/>
                      <a:pt x="122" y="67"/>
                    </a:cubicBezTo>
                    <a:cubicBezTo>
                      <a:pt x="118" y="69"/>
                      <a:pt x="114" y="71"/>
                      <a:pt x="110" y="71"/>
                    </a:cubicBezTo>
                    <a:cubicBezTo>
                      <a:pt x="103" y="70"/>
                      <a:pt x="99" y="75"/>
                      <a:pt x="95" y="79"/>
                    </a:cubicBezTo>
                    <a:cubicBezTo>
                      <a:pt x="98" y="80"/>
                      <a:pt x="102" y="80"/>
                      <a:pt x="104" y="82"/>
                    </a:cubicBezTo>
                    <a:cubicBezTo>
                      <a:pt x="106" y="83"/>
                      <a:pt x="108" y="86"/>
                      <a:pt x="109" y="88"/>
                    </a:cubicBezTo>
                    <a:cubicBezTo>
                      <a:pt x="110" y="104"/>
                      <a:pt x="111" y="119"/>
                      <a:pt x="112" y="134"/>
                    </a:cubicBezTo>
                    <a:cubicBezTo>
                      <a:pt x="112" y="137"/>
                      <a:pt x="110" y="140"/>
                      <a:pt x="110" y="142"/>
                    </a:cubicBezTo>
                    <a:cubicBezTo>
                      <a:pt x="107" y="141"/>
                      <a:pt x="104" y="141"/>
                      <a:pt x="102" y="140"/>
                    </a:cubicBezTo>
                    <a:cubicBezTo>
                      <a:pt x="97" y="136"/>
                      <a:pt x="93" y="131"/>
                      <a:pt x="90" y="127"/>
                    </a:cubicBezTo>
                    <a:cubicBezTo>
                      <a:pt x="89" y="126"/>
                      <a:pt x="89" y="124"/>
                      <a:pt x="89" y="123"/>
                    </a:cubicBezTo>
                    <a:cubicBezTo>
                      <a:pt x="92" y="125"/>
                      <a:pt x="96" y="127"/>
                      <a:pt x="100" y="130"/>
                    </a:cubicBezTo>
                    <a:cubicBezTo>
                      <a:pt x="100" y="129"/>
                      <a:pt x="101" y="129"/>
                      <a:pt x="101" y="128"/>
                    </a:cubicBezTo>
                    <a:cubicBezTo>
                      <a:pt x="101" y="121"/>
                      <a:pt x="101" y="113"/>
                      <a:pt x="101" y="105"/>
                    </a:cubicBezTo>
                    <a:cubicBezTo>
                      <a:pt x="101" y="101"/>
                      <a:pt x="101" y="96"/>
                      <a:pt x="101" y="92"/>
                    </a:cubicBezTo>
                    <a:cubicBezTo>
                      <a:pt x="99" y="85"/>
                      <a:pt x="96" y="84"/>
                      <a:pt x="90" y="90"/>
                    </a:cubicBezTo>
                    <a:cubicBezTo>
                      <a:pt x="92" y="93"/>
                      <a:pt x="97" y="93"/>
                      <a:pt x="97" y="99"/>
                    </a:cubicBezTo>
                    <a:cubicBezTo>
                      <a:pt x="94" y="98"/>
                      <a:pt x="91" y="97"/>
                      <a:pt x="88" y="96"/>
                    </a:cubicBezTo>
                    <a:cubicBezTo>
                      <a:pt x="84" y="100"/>
                      <a:pt x="84" y="101"/>
                      <a:pt x="90" y="103"/>
                    </a:cubicBezTo>
                    <a:cubicBezTo>
                      <a:pt x="95" y="106"/>
                      <a:pt x="98" y="111"/>
                      <a:pt x="96" y="112"/>
                    </a:cubicBezTo>
                    <a:cubicBezTo>
                      <a:pt x="92" y="115"/>
                      <a:pt x="89" y="112"/>
                      <a:pt x="86" y="110"/>
                    </a:cubicBezTo>
                    <a:cubicBezTo>
                      <a:pt x="85" y="110"/>
                      <a:pt x="84" y="109"/>
                      <a:pt x="83" y="108"/>
                    </a:cubicBezTo>
                    <a:cubicBezTo>
                      <a:pt x="82" y="112"/>
                      <a:pt x="82" y="116"/>
                      <a:pt x="81" y="120"/>
                    </a:cubicBezTo>
                    <a:cubicBezTo>
                      <a:pt x="74" y="118"/>
                      <a:pt x="72" y="114"/>
                      <a:pt x="73" y="108"/>
                    </a:cubicBezTo>
                    <a:cubicBezTo>
                      <a:pt x="76" y="95"/>
                      <a:pt x="81" y="83"/>
                      <a:pt x="88" y="71"/>
                    </a:cubicBezTo>
                    <a:cubicBezTo>
                      <a:pt x="84" y="74"/>
                      <a:pt x="80" y="76"/>
                      <a:pt x="76" y="78"/>
                    </a:cubicBezTo>
                    <a:cubicBezTo>
                      <a:pt x="71" y="81"/>
                      <a:pt x="65" y="84"/>
                      <a:pt x="60" y="87"/>
                    </a:cubicBezTo>
                    <a:cubicBezTo>
                      <a:pt x="60" y="87"/>
                      <a:pt x="60" y="87"/>
                      <a:pt x="59" y="87"/>
                    </a:cubicBezTo>
                    <a:cubicBezTo>
                      <a:pt x="57" y="88"/>
                      <a:pt x="54" y="88"/>
                      <a:pt x="53" y="89"/>
                    </a:cubicBezTo>
                    <a:cubicBezTo>
                      <a:pt x="51" y="93"/>
                      <a:pt x="49" y="97"/>
                      <a:pt x="49" y="101"/>
                    </a:cubicBezTo>
                    <a:cubicBezTo>
                      <a:pt x="49" y="110"/>
                      <a:pt x="50" y="119"/>
                      <a:pt x="51" y="128"/>
                    </a:cubicBezTo>
                    <a:cubicBezTo>
                      <a:pt x="51" y="131"/>
                      <a:pt x="51" y="134"/>
                      <a:pt x="51" y="137"/>
                    </a:cubicBezTo>
                    <a:cubicBezTo>
                      <a:pt x="48" y="136"/>
                      <a:pt x="45" y="136"/>
                      <a:pt x="43" y="134"/>
                    </a:cubicBezTo>
                    <a:cubicBezTo>
                      <a:pt x="40" y="132"/>
                      <a:pt x="37" y="130"/>
                      <a:pt x="38" y="125"/>
                    </a:cubicBezTo>
                    <a:cubicBezTo>
                      <a:pt x="40" y="119"/>
                      <a:pt x="39" y="113"/>
                      <a:pt x="39" y="107"/>
                    </a:cubicBezTo>
                    <a:cubicBezTo>
                      <a:pt x="38" y="107"/>
                      <a:pt x="38" y="107"/>
                      <a:pt x="37" y="106"/>
                    </a:cubicBezTo>
                    <a:cubicBezTo>
                      <a:pt x="36" y="109"/>
                      <a:pt x="34" y="111"/>
                      <a:pt x="33" y="114"/>
                    </a:cubicBezTo>
                    <a:cubicBezTo>
                      <a:pt x="30" y="120"/>
                      <a:pt x="25" y="122"/>
                      <a:pt x="21" y="120"/>
                    </a:cubicBezTo>
                    <a:cubicBezTo>
                      <a:pt x="16" y="118"/>
                      <a:pt x="15" y="113"/>
                      <a:pt x="17" y="108"/>
                    </a:cubicBezTo>
                    <a:cubicBezTo>
                      <a:pt x="20" y="99"/>
                      <a:pt x="23" y="91"/>
                      <a:pt x="26" y="81"/>
                    </a:cubicBezTo>
                    <a:cubicBezTo>
                      <a:pt x="19" y="90"/>
                      <a:pt x="12" y="85"/>
                      <a:pt x="5" y="81"/>
                    </a:cubicBezTo>
                    <a:cubicBezTo>
                      <a:pt x="0" y="79"/>
                      <a:pt x="0" y="76"/>
                      <a:pt x="5" y="73"/>
                    </a:cubicBezTo>
                    <a:cubicBezTo>
                      <a:pt x="15" y="68"/>
                      <a:pt x="25" y="62"/>
                      <a:pt x="34" y="56"/>
                    </a:cubicBezTo>
                    <a:cubicBezTo>
                      <a:pt x="35" y="55"/>
                      <a:pt x="37" y="54"/>
                      <a:pt x="37" y="52"/>
                    </a:cubicBezTo>
                    <a:cubicBezTo>
                      <a:pt x="38" y="46"/>
                      <a:pt x="38" y="39"/>
                      <a:pt x="38" y="33"/>
                    </a:cubicBezTo>
                    <a:cubicBezTo>
                      <a:pt x="38" y="32"/>
                      <a:pt x="38" y="32"/>
                      <a:pt x="37" y="32"/>
                    </a:cubicBezTo>
                    <a:cubicBezTo>
                      <a:pt x="32" y="40"/>
                      <a:pt x="27" y="48"/>
                      <a:pt x="22" y="55"/>
                    </a:cubicBezTo>
                    <a:cubicBezTo>
                      <a:pt x="22" y="56"/>
                      <a:pt x="22" y="56"/>
                      <a:pt x="23" y="57"/>
                    </a:cubicBezTo>
                    <a:cubicBezTo>
                      <a:pt x="20" y="56"/>
                      <a:pt x="17" y="56"/>
                      <a:pt x="14" y="55"/>
                    </a:cubicBezTo>
                    <a:cubicBezTo>
                      <a:pt x="9" y="53"/>
                      <a:pt x="7" y="49"/>
                      <a:pt x="9" y="44"/>
                    </a:cubicBezTo>
                    <a:cubicBezTo>
                      <a:pt x="10" y="42"/>
                      <a:pt x="10" y="39"/>
                      <a:pt x="11" y="36"/>
                    </a:cubicBezTo>
                    <a:cubicBezTo>
                      <a:pt x="13" y="28"/>
                      <a:pt x="18" y="23"/>
                      <a:pt x="26" y="20"/>
                    </a:cubicBezTo>
                    <a:cubicBezTo>
                      <a:pt x="27" y="19"/>
                      <a:pt x="30" y="20"/>
                      <a:pt x="32" y="22"/>
                    </a:cubicBezTo>
                    <a:cubicBezTo>
                      <a:pt x="34" y="23"/>
                      <a:pt x="32" y="25"/>
                      <a:pt x="31" y="27"/>
                    </a:cubicBezTo>
                    <a:cubicBezTo>
                      <a:pt x="29" y="28"/>
                      <a:pt x="29" y="31"/>
                      <a:pt x="28" y="3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1" name="Freeform 6">
                <a:extLst>
                  <a:ext uri="{FF2B5EF4-FFF2-40B4-BE49-F238E27FC236}">
                    <a16:creationId xmlns:a16="http://schemas.microsoft.com/office/drawing/2014/main" id="{CC1FA68D-3307-481A-8E89-D3CB2E8693F4}"/>
                  </a:ext>
                </a:extLst>
              </p:cNvPr>
              <p:cNvSpPr>
                <a:spLocks/>
              </p:cNvSpPr>
              <p:nvPr/>
            </p:nvSpPr>
            <p:spPr bwMode="auto">
              <a:xfrm>
                <a:off x="4620306" y="1237050"/>
                <a:ext cx="331665" cy="499208"/>
              </a:xfrm>
              <a:custGeom>
                <a:avLst/>
                <a:gdLst>
                  <a:gd name="T0" fmla="*/ 33 w 72"/>
                  <a:gd name="T1" fmla="*/ 76 h 109"/>
                  <a:gd name="T2" fmla="*/ 44 w 72"/>
                  <a:gd name="T3" fmla="*/ 73 h 109"/>
                  <a:gd name="T4" fmla="*/ 59 w 72"/>
                  <a:gd name="T5" fmla="*/ 71 h 109"/>
                  <a:gd name="T6" fmla="*/ 69 w 72"/>
                  <a:gd name="T7" fmla="*/ 92 h 109"/>
                  <a:gd name="T8" fmla="*/ 66 w 72"/>
                  <a:gd name="T9" fmla="*/ 94 h 109"/>
                  <a:gd name="T10" fmla="*/ 49 w 72"/>
                  <a:gd name="T11" fmla="*/ 96 h 109"/>
                  <a:gd name="T12" fmla="*/ 28 w 72"/>
                  <a:gd name="T13" fmla="*/ 106 h 109"/>
                  <a:gd name="T14" fmla="*/ 16 w 72"/>
                  <a:gd name="T15" fmla="*/ 106 h 109"/>
                  <a:gd name="T16" fmla="*/ 1 w 72"/>
                  <a:gd name="T17" fmla="*/ 80 h 109"/>
                  <a:gd name="T18" fmla="*/ 2 w 72"/>
                  <a:gd name="T19" fmla="*/ 74 h 109"/>
                  <a:gd name="T20" fmla="*/ 23 w 72"/>
                  <a:gd name="T21" fmla="*/ 31 h 109"/>
                  <a:gd name="T22" fmla="*/ 22 w 72"/>
                  <a:gd name="T23" fmla="*/ 26 h 109"/>
                  <a:gd name="T24" fmla="*/ 12 w 72"/>
                  <a:gd name="T25" fmla="*/ 16 h 109"/>
                  <a:gd name="T26" fmla="*/ 15 w 72"/>
                  <a:gd name="T27" fmla="*/ 10 h 109"/>
                  <a:gd name="T28" fmla="*/ 32 w 72"/>
                  <a:gd name="T29" fmla="*/ 5 h 109"/>
                  <a:gd name="T30" fmla="*/ 60 w 72"/>
                  <a:gd name="T31" fmla="*/ 18 h 109"/>
                  <a:gd name="T32" fmla="*/ 59 w 72"/>
                  <a:gd name="T33" fmla="*/ 26 h 109"/>
                  <a:gd name="T34" fmla="*/ 52 w 72"/>
                  <a:gd name="T35" fmla="*/ 36 h 109"/>
                  <a:gd name="T36" fmla="*/ 34 w 72"/>
                  <a:gd name="T37" fmla="*/ 72 h 109"/>
                  <a:gd name="T38" fmla="*/ 33 w 72"/>
                  <a:gd name="T39" fmla="*/ 76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2" h="109">
                    <a:moveTo>
                      <a:pt x="33" y="76"/>
                    </a:moveTo>
                    <a:cubicBezTo>
                      <a:pt x="37" y="74"/>
                      <a:pt x="40" y="73"/>
                      <a:pt x="44" y="73"/>
                    </a:cubicBezTo>
                    <a:cubicBezTo>
                      <a:pt x="49" y="72"/>
                      <a:pt x="54" y="71"/>
                      <a:pt x="59" y="71"/>
                    </a:cubicBezTo>
                    <a:cubicBezTo>
                      <a:pt x="66" y="72"/>
                      <a:pt x="72" y="85"/>
                      <a:pt x="69" y="92"/>
                    </a:cubicBezTo>
                    <a:cubicBezTo>
                      <a:pt x="68" y="93"/>
                      <a:pt x="67" y="94"/>
                      <a:pt x="66" y="94"/>
                    </a:cubicBezTo>
                    <a:cubicBezTo>
                      <a:pt x="60" y="95"/>
                      <a:pt x="54" y="94"/>
                      <a:pt x="49" y="96"/>
                    </a:cubicBezTo>
                    <a:cubicBezTo>
                      <a:pt x="42" y="99"/>
                      <a:pt x="35" y="102"/>
                      <a:pt x="28" y="106"/>
                    </a:cubicBezTo>
                    <a:cubicBezTo>
                      <a:pt x="24" y="108"/>
                      <a:pt x="21" y="109"/>
                      <a:pt x="16" y="106"/>
                    </a:cubicBezTo>
                    <a:cubicBezTo>
                      <a:pt x="7" y="100"/>
                      <a:pt x="3" y="90"/>
                      <a:pt x="1" y="80"/>
                    </a:cubicBezTo>
                    <a:cubicBezTo>
                      <a:pt x="0" y="78"/>
                      <a:pt x="1" y="76"/>
                      <a:pt x="2" y="74"/>
                    </a:cubicBezTo>
                    <a:cubicBezTo>
                      <a:pt x="9" y="60"/>
                      <a:pt x="16" y="45"/>
                      <a:pt x="23" y="31"/>
                    </a:cubicBezTo>
                    <a:cubicBezTo>
                      <a:pt x="23" y="30"/>
                      <a:pt x="23" y="28"/>
                      <a:pt x="22" y="26"/>
                    </a:cubicBezTo>
                    <a:cubicBezTo>
                      <a:pt x="19" y="23"/>
                      <a:pt x="15" y="20"/>
                      <a:pt x="12" y="16"/>
                    </a:cubicBezTo>
                    <a:cubicBezTo>
                      <a:pt x="10" y="13"/>
                      <a:pt x="11" y="11"/>
                      <a:pt x="15" y="10"/>
                    </a:cubicBezTo>
                    <a:cubicBezTo>
                      <a:pt x="21" y="9"/>
                      <a:pt x="26" y="7"/>
                      <a:pt x="32" y="5"/>
                    </a:cubicBezTo>
                    <a:cubicBezTo>
                      <a:pt x="44" y="0"/>
                      <a:pt x="57" y="6"/>
                      <a:pt x="60" y="18"/>
                    </a:cubicBezTo>
                    <a:cubicBezTo>
                      <a:pt x="61" y="21"/>
                      <a:pt x="60" y="24"/>
                      <a:pt x="59" y="26"/>
                    </a:cubicBezTo>
                    <a:cubicBezTo>
                      <a:pt x="57" y="29"/>
                      <a:pt x="54" y="33"/>
                      <a:pt x="52" y="36"/>
                    </a:cubicBezTo>
                    <a:cubicBezTo>
                      <a:pt x="46" y="48"/>
                      <a:pt x="40" y="60"/>
                      <a:pt x="34" y="72"/>
                    </a:cubicBezTo>
                    <a:cubicBezTo>
                      <a:pt x="34" y="72"/>
                      <a:pt x="34" y="74"/>
                      <a:pt x="33" y="76"/>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72" name="组合 71">
                <a:extLst>
                  <a:ext uri="{FF2B5EF4-FFF2-40B4-BE49-F238E27FC236}">
                    <a16:creationId xmlns:a16="http://schemas.microsoft.com/office/drawing/2014/main" id="{C7A6E3E5-9A1F-4E06-9E71-F1D7E5C11C32}"/>
                  </a:ext>
                </a:extLst>
              </p:cNvPr>
              <p:cNvGrpSpPr/>
              <p:nvPr/>
            </p:nvGrpSpPr>
            <p:grpSpPr>
              <a:xfrm>
                <a:off x="2373567" y="1096524"/>
                <a:ext cx="589817" cy="731714"/>
                <a:chOff x="5548313" y="2084388"/>
                <a:chExt cx="547688" cy="679451"/>
              </a:xfrm>
              <a:solidFill>
                <a:schemeClr val="accent3"/>
              </a:solidFill>
            </p:grpSpPr>
            <p:sp>
              <p:nvSpPr>
                <p:cNvPr id="77" name="Freeform 7">
                  <a:extLst>
                    <a:ext uri="{FF2B5EF4-FFF2-40B4-BE49-F238E27FC236}">
                      <a16:creationId xmlns:a16="http://schemas.microsoft.com/office/drawing/2014/main" id="{02368C72-9CA0-44B0-93EC-F396645A3423}"/>
                    </a:ext>
                  </a:extLst>
                </p:cNvPr>
                <p:cNvSpPr>
                  <a:spLocks/>
                </p:cNvSpPr>
                <p:nvPr/>
              </p:nvSpPr>
              <p:spPr bwMode="auto">
                <a:xfrm>
                  <a:off x="5548313" y="2084388"/>
                  <a:ext cx="547688" cy="446088"/>
                </a:xfrm>
                <a:custGeom>
                  <a:avLst/>
                  <a:gdLst>
                    <a:gd name="T0" fmla="*/ 101 w 128"/>
                    <a:gd name="T1" fmla="*/ 58 h 105"/>
                    <a:gd name="T2" fmla="*/ 74 w 128"/>
                    <a:gd name="T3" fmla="*/ 56 h 105"/>
                    <a:gd name="T4" fmla="*/ 68 w 128"/>
                    <a:gd name="T5" fmla="*/ 57 h 105"/>
                    <a:gd name="T6" fmla="*/ 51 w 128"/>
                    <a:gd name="T7" fmla="*/ 59 h 105"/>
                    <a:gd name="T8" fmla="*/ 36 w 128"/>
                    <a:gd name="T9" fmla="*/ 65 h 105"/>
                    <a:gd name="T10" fmla="*/ 28 w 128"/>
                    <a:gd name="T11" fmla="*/ 73 h 105"/>
                    <a:gd name="T12" fmla="*/ 16 w 128"/>
                    <a:gd name="T13" fmla="*/ 102 h 105"/>
                    <a:gd name="T14" fmla="*/ 13 w 128"/>
                    <a:gd name="T15" fmla="*/ 104 h 105"/>
                    <a:gd name="T16" fmla="*/ 1 w 128"/>
                    <a:gd name="T17" fmla="*/ 98 h 105"/>
                    <a:gd name="T18" fmla="*/ 0 w 128"/>
                    <a:gd name="T19" fmla="*/ 93 h 105"/>
                    <a:gd name="T20" fmla="*/ 15 w 128"/>
                    <a:gd name="T21" fmla="*/ 60 h 105"/>
                    <a:gd name="T22" fmla="*/ 16 w 128"/>
                    <a:gd name="T23" fmla="*/ 58 h 105"/>
                    <a:gd name="T24" fmla="*/ 20 w 128"/>
                    <a:gd name="T25" fmla="*/ 52 h 105"/>
                    <a:gd name="T26" fmla="*/ 32 w 128"/>
                    <a:gd name="T27" fmla="*/ 54 h 105"/>
                    <a:gd name="T28" fmla="*/ 39 w 128"/>
                    <a:gd name="T29" fmla="*/ 55 h 105"/>
                    <a:gd name="T30" fmla="*/ 72 w 128"/>
                    <a:gd name="T31" fmla="*/ 21 h 105"/>
                    <a:gd name="T32" fmla="*/ 74 w 128"/>
                    <a:gd name="T33" fmla="*/ 16 h 105"/>
                    <a:gd name="T34" fmla="*/ 74 w 128"/>
                    <a:gd name="T35" fmla="*/ 11 h 105"/>
                    <a:gd name="T36" fmla="*/ 71 w 128"/>
                    <a:gd name="T37" fmla="*/ 11 h 105"/>
                    <a:gd name="T38" fmla="*/ 68 w 128"/>
                    <a:gd name="T39" fmla="*/ 15 h 105"/>
                    <a:gd name="T40" fmla="*/ 68 w 128"/>
                    <a:gd name="T41" fmla="*/ 21 h 105"/>
                    <a:gd name="T42" fmla="*/ 59 w 128"/>
                    <a:gd name="T43" fmla="*/ 29 h 105"/>
                    <a:gd name="T44" fmla="*/ 53 w 128"/>
                    <a:gd name="T45" fmla="*/ 27 h 105"/>
                    <a:gd name="T46" fmla="*/ 47 w 128"/>
                    <a:gd name="T47" fmla="*/ 24 h 105"/>
                    <a:gd name="T48" fmla="*/ 47 w 128"/>
                    <a:gd name="T49" fmla="*/ 32 h 105"/>
                    <a:gd name="T50" fmla="*/ 47 w 128"/>
                    <a:gd name="T51" fmla="*/ 34 h 105"/>
                    <a:gd name="T52" fmla="*/ 43 w 128"/>
                    <a:gd name="T53" fmla="*/ 45 h 105"/>
                    <a:gd name="T54" fmla="*/ 31 w 128"/>
                    <a:gd name="T55" fmla="*/ 39 h 105"/>
                    <a:gd name="T56" fmla="*/ 29 w 128"/>
                    <a:gd name="T57" fmla="*/ 23 h 105"/>
                    <a:gd name="T58" fmla="*/ 33 w 128"/>
                    <a:gd name="T59" fmla="*/ 14 h 105"/>
                    <a:gd name="T60" fmla="*/ 36 w 128"/>
                    <a:gd name="T61" fmla="*/ 9 h 105"/>
                    <a:gd name="T62" fmla="*/ 42 w 128"/>
                    <a:gd name="T63" fmla="*/ 13 h 105"/>
                    <a:gd name="T64" fmla="*/ 44 w 128"/>
                    <a:gd name="T65" fmla="*/ 16 h 105"/>
                    <a:gd name="T66" fmla="*/ 57 w 128"/>
                    <a:gd name="T67" fmla="*/ 14 h 105"/>
                    <a:gd name="T68" fmla="*/ 62 w 128"/>
                    <a:gd name="T69" fmla="*/ 11 h 105"/>
                    <a:gd name="T70" fmla="*/ 84 w 128"/>
                    <a:gd name="T71" fmla="*/ 0 h 105"/>
                    <a:gd name="T72" fmla="*/ 96 w 128"/>
                    <a:gd name="T73" fmla="*/ 7 h 105"/>
                    <a:gd name="T74" fmla="*/ 96 w 128"/>
                    <a:gd name="T75" fmla="*/ 20 h 105"/>
                    <a:gd name="T76" fmla="*/ 83 w 128"/>
                    <a:gd name="T77" fmla="*/ 43 h 105"/>
                    <a:gd name="T78" fmla="*/ 94 w 128"/>
                    <a:gd name="T79" fmla="*/ 44 h 105"/>
                    <a:gd name="T80" fmla="*/ 122 w 128"/>
                    <a:gd name="T81" fmla="*/ 59 h 105"/>
                    <a:gd name="T82" fmla="*/ 120 w 128"/>
                    <a:gd name="T83" fmla="*/ 73 h 105"/>
                    <a:gd name="T84" fmla="*/ 98 w 128"/>
                    <a:gd name="T85" fmla="*/ 73 h 105"/>
                    <a:gd name="T86" fmla="*/ 97 w 128"/>
                    <a:gd name="T87" fmla="*/ 66 h 105"/>
                    <a:gd name="T88" fmla="*/ 101 w 128"/>
                    <a:gd name="T89" fmla="*/ 58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28" h="105">
                      <a:moveTo>
                        <a:pt x="101" y="58"/>
                      </a:moveTo>
                      <a:cubicBezTo>
                        <a:pt x="94" y="52"/>
                        <a:pt x="81" y="52"/>
                        <a:pt x="74" y="56"/>
                      </a:cubicBezTo>
                      <a:cubicBezTo>
                        <a:pt x="73" y="57"/>
                        <a:pt x="70" y="58"/>
                        <a:pt x="68" y="57"/>
                      </a:cubicBezTo>
                      <a:cubicBezTo>
                        <a:pt x="62" y="56"/>
                        <a:pt x="57" y="57"/>
                        <a:pt x="51" y="59"/>
                      </a:cubicBezTo>
                      <a:cubicBezTo>
                        <a:pt x="46" y="61"/>
                        <a:pt x="41" y="63"/>
                        <a:pt x="36" y="65"/>
                      </a:cubicBezTo>
                      <a:cubicBezTo>
                        <a:pt x="32" y="67"/>
                        <a:pt x="29" y="69"/>
                        <a:pt x="28" y="73"/>
                      </a:cubicBezTo>
                      <a:cubicBezTo>
                        <a:pt x="24" y="82"/>
                        <a:pt x="20" y="92"/>
                        <a:pt x="16" y="102"/>
                      </a:cubicBezTo>
                      <a:cubicBezTo>
                        <a:pt x="16" y="103"/>
                        <a:pt x="14" y="105"/>
                        <a:pt x="13" y="104"/>
                      </a:cubicBezTo>
                      <a:cubicBezTo>
                        <a:pt x="9" y="103"/>
                        <a:pt x="5" y="100"/>
                        <a:pt x="1" y="98"/>
                      </a:cubicBezTo>
                      <a:cubicBezTo>
                        <a:pt x="0" y="97"/>
                        <a:pt x="0" y="95"/>
                        <a:pt x="0" y="93"/>
                      </a:cubicBezTo>
                      <a:cubicBezTo>
                        <a:pt x="5" y="82"/>
                        <a:pt x="10" y="71"/>
                        <a:pt x="15" y="60"/>
                      </a:cubicBezTo>
                      <a:cubicBezTo>
                        <a:pt x="15" y="59"/>
                        <a:pt x="16" y="59"/>
                        <a:pt x="16" y="58"/>
                      </a:cubicBezTo>
                      <a:cubicBezTo>
                        <a:pt x="18" y="56"/>
                        <a:pt x="19" y="52"/>
                        <a:pt x="20" y="52"/>
                      </a:cubicBezTo>
                      <a:cubicBezTo>
                        <a:pt x="24" y="52"/>
                        <a:pt x="29" y="52"/>
                        <a:pt x="32" y="54"/>
                      </a:cubicBezTo>
                      <a:cubicBezTo>
                        <a:pt x="35" y="55"/>
                        <a:pt x="36" y="56"/>
                        <a:pt x="39" y="55"/>
                      </a:cubicBezTo>
                      <a:cubicBezTo>
                        <a:pt x="57" y="50"/>
                        <a:pt x="66" y="37"/>
                        <a:pt x="72" y="21"/>
                      </a:cubicBezTo>
                      <a:cubicBezTo>
                        <a:pt x="72" y="20"/>
                        <a:pt x="73" y="18"/>
                        <a:pt x="74" y="16"/>
                      </a:cubicBezTo>
                      <a:cubicBezTo>
                        <a:pt x="74" y="14"/>
                        <a:pt x="74" y="13"/>
                        <a:pt x="74" y="11"/>
                      </a:cubicBezTo>
                      <a:cubicBezTo>
                        <a:pt x="74" y="11"/>
                        <a:pt x="72" y="10"/>
                        <a:pt x="71" y="11"/>
                      </a:cubicBezTo>
                      <a:cubicBezTo>
                        <a:pt x="70" y="12"/>
                        <a:pt x="68" y="13"/>
                        <a:pt x="68" y="15"/>
                      </a:cubicBezTo>
                      <a:cubicBezTo>
                        <a:pt x="67" y="17"/>
                        <a:pt x="68" y="19"/>
                        <a:pt x="68" y="21"/>
                      </a:cubicBezTo>
                      <a:cubicBezTo>
                        <a:pt x="69" y="28"/>
                        <a:pt x="68" y="30"/>
                        <a:pt x="59" y="29"/>
                      </a:cubicBezTo>
                      <a:cubicBezTo>
                        <a:pt x="57" y="29"/>
                        <a:pt x="55" y="28"/>
                        <a:pt x="53" y="27"/>
                      </a:cubicBezTo>
                      <a:cubicBezTo>
                        <a:pt x="51" y="26"/>
                        <a:pt x="49" y="25"/>
                        <a:pt x="47" y="24"/>
                      </a:cubicBezTo>
                      <a:cubicBezTo>
                        <a:pt x="47" y="27"/>
                        <a:pt x="47" y="29"/>
                        <a:pt x="47" y="32"/>
                      </a:cubicBezTo>
                      <a:cubicBezTo>
                        <a:pt x="47" y="33"/>
                        <a:pt x="47" y="33"/>
                        <a:pt x="47" y="34"/>
                      </a:cubicBezTo>
                      <a:cubicBezTo>
                        <a:pt x="47" y="38"/>
                        <a:pt x="48" y="43"/>
                        <a:pt x="43" y="45"/>
                      </a:cubicBezTo>
                      <a:cubicBezTo>
                        <a:pt x="39" y="46"/>
                        <a:pt x="34" y="44"/>
                        <a:pt x="31" y="39"/>
                      </a:cubicBezTo>
                      <a:cubicBezTo>
                        <a:pt x="28" y="34"/>
                        <a:pt x="25" y="29"/>
                        <a:pt x="29" y="23"/>
                      </a:cubicBezTo>
                      <a:cubicBezTo>
                        <a:pt x="31" y="20"/>
                        <a:pt x="31" y="17"/>
                        <a:pt x="33" y="14"/>
                      </a:cubicBezTo>
                      <a:cubicBezTo>
                        <a:pt x="34" y="12"/>
                        <a:pt x="35" y="9"/>
                        <a:pt x="36" y="9"/>
                      </a:cubicBezTo>
                      <a:cubicBezTo>
                        <a:pt x="38" y="10"/>
                        <a:pt x="40" y="11"/>
                        <a:pt x="42" y="13"/>
                      </a:cubicBezTo>
                      <a:cubicBezTo>
                        <a:pt x="42" y="13"/>
                        <a:pt x="43" y="15"/>
                        <a:pt x="44" y="16"/>
                      </a:cubicBezTo>
                      <a:cubicBezTo>
                        <a:pt x="48" y="13"/>
                        <a:pt x="52" y="11"/>
                        <a:pt x="57" y="14"/>
                      </a:cubicBezTo>
                      <a:cubicBezTo>
                        <a:pt x="58" y="15"/>
                        <a:pt x="61" y="13"/>
                        <a:pt x="62" y="11"/>
                      </a:cubicBezTo>
                      <a:cubicBezTo>
                        <a:pt x="69" y="5"/>
                        <a:pt x="75" y="0"/>
                        <a:pt x="84" y="0"/>
                      </a:cubicBezTo>
                      <a:cubicBezTo>
                        <a:pt x="89" y="0"/>
                        <a:pt x="93" y="2"/>
                        <a:pt x="96" y="7"/>
                      </a:cubicBezTo>
                      <a:cubicBezTo>
                        <a:pt x="99" y="11"/>
                        <a:pt x="98" y="15"/>
                        <a:pt x="96" y="20"/>
                      </a:cubicBezTo>
                      <a:cubicBezTo>
                        <a:pt x="91" y="27"/>
                        <a:pt x="87" y="35"/>
                        <a:pt x="83" y="43"/>
                      </a:cubicBezTo>
                      <a:cubicBezTo>
                        <a:pt x="88" y="43"/>
                        <a:pt x="91" y="44"/>
                        <a:pt x="94" y="44"/>
                      </a:cubicBezTo>
                      <a:cubicBezTo>
                        <a:pt x="105" y="46"/>
                        <a:pt x="115" y="50"/>
                        <a:pt x="122" y="59"/>
                      </a:cubicBezTo>
                      <a:cubicBezTo>
                        <a:pt x="128" y="65"/>
                        <a:pt x="127" y="68"/>
                        <a:pt x="120" y="73"/>
                      </a:cubicBezTo>
                      <a:cubicBezTo>
                        <a:pt x="113" y="77"/>
                        <a:pt x="105" y="77"/>
                        <a:pt x="98" y="73"/>
                      </a:cubicBezTo>
                      <a:cubicBezTo>
                        <a:pt x="95" y="71"/>
                        <a:pt x="95" y="69"/>
                        <a:pt x="97" y="66"/>
                      </a:cubicBezTo>
                      <a:cubicBezTo>
                        <a:pt x="98" y="64"/>
                        <a:pt x="100" y="61"/>
                        <a:pt x="101"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8" name="Freeform 8">
                  <a:extLst>
                    <a:ext uri="{FF2B5EF4-FFF2-40B4-BE49-F238E27FC236}">
                      <a16:creationId xmlns:a16="http://schemas.microsoft.com/office/drawing/2014/main" id="{68AB8704-3F31-41E0-B209-31D0A83BAA2E}"/>
                    </a:ext>
                  </a:extLst>
                </p:cNvPr>
                <p:cNvSpPr>
                  <a:spLocks/>
                </p:cNvSpPr>
                <p:nvPr/>
              </p:nvSpPr>
              <p:spPr bwMode="auto">
                <a:xfrm>
                  <a:off x="5664200" y="2355851"/>
                  <a:ext cx="341313" cy="407988"/>
                </a:xfrm>
                <a:custGeom>
                  <a:avLst/>
                  <a:gdLst>
                    <a:gd name="T0" fmla="*/ 46 w 80"/>
                    <a:gd name="T1" fmla="*/ 29 h 96"/>
                    <a:gd name="T2" fmla="*/ 65 w 80"/>
                    <a:gd name="T3" fmla="*/ 29 h 96"/>
                    <a:gd name="T4" fmla="*/ 79 w 80"/>
                    <a:gd name="T5" fmla="*/ 41 h 96"/>
                    <a:gd name="T6" fmla="*/ 74 w 80"/>
                    <a:gd name="T7" fmla="*/ 43 h 96"/>
                    <a:gd name="T8" fmla="*/ 60 w 80"/>
                    <a:gd name="T9" fmla="*/ 43 h 96"/>
                    <a:gd name="T10" fmla="*/ 52 w 80"/>
                    <a:gd name="T11" fmla="*/ 50 h 96"/>
                    <a:gd name="T12" fmla="*/ 49 w 80"/>
                    <a:gd name="T13" fmla="*/ 87 h 96"/>
                    <a:gd name="T14" fmla="*/ 37 w 80"/>
                    <a:gd name="T15" fmla="*/ 95 h 96"/>
                    <a:gd name="T16" fmla="*/ 21 w 80"/>
                    <a:gd name="T17" fmla="*/ 68 h 96"/>
                    <a:gd name="T18" fmla="*/ 22 w 80"/>
                    <a:gd name="T19" fmla="*/ 62 h 96"/>
                    <a:gd name="T20" fmla="*/ 30 w 80"/>
                    <a:gd name="T21" fmla="*/ 72 h 96"/>
                    <a:gd name="T22" fmla="*/ 40 w 80"/>
                    <a:gd name="T23" fmla="*/ 70 h 96"/>
                    <a:gd name="T24" fmla="*/ 43 w 80"/>
                    <a:gd name="T25" fmla="*/ 46 h 96"/>
                    <a:gd name="T26" fmla="*/ 24 w 80"/>
                    <a:gd name="T27" fmla="*/ 52 h 96"/>
                    <a:gd name="T28" fmla="*/ 19 w 80"/>
                    <a:gd name="T29" fmla="*/ 54 h 96"/>
                    <a:gd name="T30" fmla="*/ 6 w 80"/>
                    <a:gd name="T31" fmla="*/ 54 h 96"/>
                    <a:gd name="T32" fmla="*/ 2 w 80"/>
                    <a:gd name="T33" fmla="*/ 40 h 96"/>
                    <a:gd name="T34" fmla="*/ 6 w 80"/>
                    <a:gd name="T35" fmla="*/ 37 h 96"/>
                    <a:gd name="T36" fmla="*/ 28 w 80"/>
                    <a:gd name="T37" fmla="*/ 33 h 96"/>
                    <a:gd name="T38" fmla="*/ 33 w 80"/>
                    <a:gd name="T39" fmla="*/ 32 h 96"/>
                    <a:gd name="T40" fmla="*/ 36 w 80"/>
                    <a:gd name="T41" fmla="*/ 22 h 96"/>
                    <a:gd name="T42" fmla="*/ 46 w 80"/>
                    <a:gd name="T43" fmla="*/ 12 h 96"/>
                    <a:gd name="T44" fmla="*/ 45 w 80"/>
                    <a:gd name="T45" fmla="*/ 10 h 96"/>
                    <a:gd name="T46" fmla="*/ 26 w 80"/>
                    <a:gd name="T47" fmla="*/ 17 h 96"/>
                    <a:gd name="T48" fmla="*/ 15 w 80"/>
                    <a:gd name="T49" fmla="*/ 24 h 96"/>
                    <a:gd name="T50" fmla="*/ 5 w 80"/>
                    <a:gd name="T51" fmla="*/ 22 h 96"/>
                    <a:gd name="T52" fmla="*/ 1 w 80"/>
                    <a:gd name="T53" fmla="*/ 17 h 96"/>
                    <a:gd name="T54" fmla="*/ 36 w 80"/>
                    <a:gd name="T55" fmla="*/ 2 h 96"/>
                    <a:gd name="T56" fmla="*/ 55 w 80"/>
                    <a:gd name="T57" fmla="*/ 0 h 96"/>
                    <a:gd name="T58" fmla="*/ 61 w 80"/>
                    <a:gd name="T59" fmla="*/ 6 h 96"/>
                    <a:gd name="T60" fmla="*/ 59 w 80"/>
                    <a:gd name="T61" fmla="*/ 13 h 96"/>
                    <a:gd name="T62" fmla="*/ 46 w 80"/>
                    <a:gd name="T63" fmla="*/ 2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0" h="96">
                      <a:moveTo>
                        <a:pt x="46" y="29"/>
                      </a:moveTo>
                      <a:cubicBezTo>
                        <a:pt x="53" y="30"/>
                        <a:pt x="59" y="31"/>
                        <a:pt x="65" y="29"/>
                      </a:cubicBezTo>
                      <a:cubicBezTo>
                        <a:pt x="71" y="27"/>
                        <a:pt x="80" y="34"/>
                        <a:pt x="79" y="41"/>
                      </a:cubicBezTo>
                      <a:cubicBezTo>
                        <a:pt x="79" y="42"/>
                        <a:pt x="76" y="43"/>
                        <a:pt x="74" y="43"/>
                      </a:cubicBezTo>
                      <a:cubicBezTo>
                        <a:pt x="70" y="43"/>
                        <a:pt x="65" y="43"/>
                        <a:pt x="60" y="43"/>
                      </a:cubicBezTo>
                      <a:cubicBezTo>
                        <a:pt x="53" y="42"/>
                        <a:pt x="52" y="44"/>
                        <a:pt x="52" y="50"/>
                      </a:cubicBezTo>
                      <a:cubicBezTo>
                        <a:pt x="51" y="62"/>
                        <a:pt x="51" y="75"/>
                        <a:pt x="49" y="87"/>
                      </a:cubicBezTo>
                      <a:cubicBezTo>
                        <a:pt x="48" y="95"/>
                        <a:pt x="45" y="96"/>
                        <a:pt x="37" y="95"/>
                      </a:cubicBezTo>
                      <a:cubicBezTo>
                        <a:pt x="25" y="92"/>
                        <a:pt x="15" y="82"/>
                        <a:pt x="21" y="68"/>
                      </a:cubicBezTo>
                      <a:cubicBezTo>
                        <a:pt x="21" y="66"/>
                        <a:pt x="21" y="64"/>
                        <a:pt x="22" y="62"/>
                      </a:cubicBezTo>
                      <a:cubicBezTo>
                        <a:pt x="24" y="65"/>
                        <a:pt x="27" y="69"/>
                        <a:pt x="30" y="72"/>
                      </a:cubicBezTo>
                      <a:cubicBezTo>
                        <a:pt x="33" y="76"/>
                        <a:pt x="39" y="75"/>
                        <a:pt x="40" y="70"/>
                      </a:cubicBezTo>
                      <a:cubicBezTo>
                        <a:pt x="41" y="62"/>
                        <a:pt x="42" y="54"/>
                        <a:pt x="43" y="46"/>
                      </a:cubicBezTo>
                      <a:cubicBezTo>
                        <a:pt x="35" y="45"/>
                        <a:pt x="30" y="49"/>
                        <a:pt x="24" y="52"/>
                      </a:cubicBezTo>
                      <a:cubicBezTo>
                        <a:pt x="22" y="52"/>
                        <a:pt x="21" y="54"/>
                        <a:pt x="19" y="54"/>
                      </a:cubicBezTo>
                      <a:cubicBezTo>
                        <a:pt x="14" y="58"/>
                        <a:pt x="11" y="57"/>
                        <a:pt x="6" y="54"/>
                      </a:cubicBezTo>
                      <a:cubicBezTo>
                        <a:pt x="3" y="51"/>
                        <a:pt x="0" y="44"/>
                        <a:pt x="2" y="40"/>
                      </a:cubicBezTo>
                      <a:cubicBezTo>
                        <a:pt x="2" y="39"/>
                        <a:pt x="5" y="37"/>
                        <a:pt x="6" y="37"/>
                      </a:cubicBezTo>
                      <a:cubicBezTo>
                        <a:pt x="14" y="39"/>
                        <a:pt x="20" y="35"/>
                        <a:pt x="28" y="33"/>
                      </a:cubicBezTo>
                      <a:cubicBezTo>
                        <a:pt x="29" y="33"/>
                        <a:pt x="31" y="32"/>
                        <a:pt x="33" y="32"/>
                      </a:cubicBezTo>
                      <a:cubicBezTo>
                        <a:pt x="31" y="27"/>
                        <a:pt x="31" y="24"/>
                        <a:pt x="36" y="22"/>
                      </a:cubicBezTo>
                      <a:cubicBezTo>
                        <a:pt x="39" y="19"/>
                        <a:pt x="42" y="15"/>
                        <a:pt x="46" y="12"/>
                      </a:cubicBezTo>
                      <a:cubicBezTo>
                        <a:pt x="45" y="11"/>
                        <a:pt x="45" y="11"/>
                        <a:pt x="45" y="10"/>
                      </a:cubicBezTo>
                      <a:cubicBezTo>
                        <a:pt x="38" y="13"/>
                        <a:pt x="32" y="15"/>
                        <a:pt x="26" y="17"/>
                      </a:cubicBezTo>
                      <a:cubicBezTo>
                        <a:pt x="22" y="19"/>
                        <a:pt x="18" y="22"/>
                        <a:pt x="15" y="24"/>
                      </a:cubicBezTo>
                      <a:cubicBezTo>
                        <a:pt x="11" y="26"/>
                        <a:pt x="7" y="27"/>
                        <a:pt x="5" y="22"/>
                      </a:cubicBezTo>
                      <a:cubicBezTo>
                        <a:pt x="4" y="20"/>
                        <a:pt x="3" y="19"/>
                        <a:pt x="1" y="17"/>
                      </a:cubicBezTo>
                      <a:cubicBezTo>
                        <a:pt x="13" y="12"/>
                        <a:pt x="25" y="6"/>
                        <a:pt x="36" y="2"/>
                      </a:cubicBezTo>
                      <a:cubicBezTo>
                        <a:pt x="42" y="0"/>
                        <a:pt x="49" y="0"/>
                        <a:pt x="55" y="0"/>
                      </a:cubicBezTo>
                      <a:cubicBezTo>
                        <a:pt x="57" y="0"/>
                        <a:pt x="60" y="4"/>
                        <a:pt x="61" y="6"/>
                      </a:cubicBezTo>
                      <a:cubicBezTo>
                        <a:pt x="62" y="8"/>
                        <a:pt x="61" y="11"/>
                        <a:pt x="59" y="13"/>
                      </a:cubicBezTo>
                      <a:cubicBezTo>
                        <a:pt x="55" y="18"/>
                        <a:pt x="51" y="23"/>
                        <a:pt x="4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73" name="组合 72">
                <a:extLst>
                  <a:ext uri="{FF2B5EF4-FFF2-40B4-BE49-F238E27FC236}">
                    <a16:creationId xmlns:a16="http://schemas.microsoft.com/office/drawing/2014/main" id="{B92E7EB9-3312-4310-B5FA-50F0FA6CFB99}"/>
                  </a:ext>
                </a:extLst>
              </p:cNvPr>
              <p:cNvGrpSpPr/>
              <p:nvPr/>
            </p:nvGrpSpPr>
            <p:grpSpPr>
              <a:xfrm>
                <a:off x="3194779" y="1296598"/>
                <a:ext cx="356817" cy="382445"/>
                <a:chOff x="3792874" y="3156423"/>
                <a:chExt cx="331330" cy="355128"/>
              </a:xfrm>
              <a:solidFill>
                <a:schemeClr val="accent3"/>
              </a:solidFill>
            </p:grpSpPr>
            <p:sp>
              <p:nvSpPr>
                <p:cNvPr id="74" name="Freeform 15">
                  <a:extLst>
                    <a:ext uri="{FF2B5EF4-FFF2-40B4-BE49-F238E27FC236}">
                      <a16:creationId xmlns:a16="http://schemas.microsoft.com/office/drawing/2014/main" id="{4A24723D-38DD-4916-B1AF-76A903317407}"/>
                    </a:ext>
                  </a:extLst>
                </p:cNvPr>
                <p:cNvSpPr>
                  <a:spLocks/>
                </p:cNvSpPr>
                <p:nvPr/>
              </p:nvSpPr>
              <p:spPr bwMode="auto">
                <a:xfrm>
                  <a:off x="3792874" y="3235325"/>
                  <a:ext cx="152877" cy="246063"/>
                </a:xfrm>
                <a:custGeom>
                  <a:avLst/>
                  <a:gdLst>
                    <a:gd name="T0" fmla="*/ 16 w 39"/>
                    <a:gd name="T1" fmla="*/ 29 h 58"/>
                    <a:gd name="T2" fmla="*/ 27 w 39"/>
                    <a:gd name="T3" fmla="*/ 7 h 58"/>
                    <a:gd name="T4" fmla="*/ 31 w 39"/>
                    <a:gd name="T5" fmla="*/ 1 h 58"/>
                    <a:gd name="T6" fmla="*/ 34 w 39"/>
                    <a:gd name="T7" fmla="*/ 6 h 58"/>
                    <a:gd name="T8" fmla="*/ 35 w 39"/>
                    <a:gd name="T9" fmla="*/ 26 h 58"/>
                    <a:gd name="T10" fmla="*/ 20 w 39"/>
                    <a:gd name="T11" fmla="*/ 52 h 58"/>
                    <a:gd name="T12" fmla="*/ 9 w 39"/>
                    <a:gd name="T13" fmla="*/ 57 h 58"/>
                    <a:gd name="T14" fmla="*/ 1 w 39"/>
                    <a:gd name="T15" fmla="*/ 43 h 58"/>
                    <a:gd name="T16" fmla="*/ 4 w 39"/>
                    <a:gd name="T17" fmla="*/ 6 h 58"/>
                    <a:gd name="T18" fmla="*/ 8 w 39"/>
                    <a:gd name="T19" fmla="*/ 0 h 58"/>
                    <a:gd name="T20" fmla="*/ 15 w 39"/>
                    <a:gd name="T21" fmla="*/ 6 h 58"/>
                    <a:gd name="T22" fmla="*/ 14 w 39"/>
                    <a:gd name="T23" fmla="*/ 20 h 58"/>
                    <a:gd name="T24" fmla="*/ 14 w 39"/>
                    <a:gd name="T25" fmla="*/ 28 h 58"/>
                    <a:gd name="T26" fmla="*/ 16 w 39"/>
                    <a:gd name="T27" fmla="*/ 29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 h="58">
                      <a:moveTo>
                        <a:pt x="16" y="29"/>
                      </a:moveTo>
                      <a:cubicBezTo>
                        <a:pt x="19" y="21"/>
                        <a:pt x="23" y="14"/>
                        <a:pt x="27" y="7"/>
                      </a:cubicBezTo>
                      <a:cubicBezTo>
                        <a:pt x="28" y="5"/>
                        <a:pt x="29" y="3"/>
                        <a:pt x="31" y="1"/>
                      </a:cubicBezTo>
                      <a:cubicBezTo>
                        <a:pt x="32" y="3"/>
                        <a:pt x="33" y="4"/>
                        <a:pt x="34" y="6"/>
                      </a:cubicBezTo>
                      <a:cubicBezTo>
                        <a:pt x="37" y="12"/>
                        <a:pt x="39" y="19"/>
                        <a:pt x="35" y="26"/>
                      </a:cubicBezTo>
                      <a:cubicBezTo>
                        <a:pt x="30" y="34"/>
                        <a:pt x="25" y="43"/>
                        <a:pt x="20" y="52"/>
                      </a:cubicBezTo>
                      <a:cubicBezTo>
                        <a:pt x="18" y="56"/>
                        <a:pt x="12" y="58"/>
                        <a:pt x="9" y="57"/>
                      </a:cubicBezTo>
                      <a:cubicBezTo>
                        <a:pt x="2" y="54"/>
                        <a:pt x="0" y="50"/>
                        <a:pt x="1" y="43"/>
                      </a:cubicBezTo>
                      <a:cubicBezTo>
                        <a:pt x="2" y="31"/>
                        <a:pt x="3" y="18"/>
                        <a:pt x="4" y="6"/>
                      </a:cubicBezTo>
                      <a:cubicBezTo>
                        <a:pt x="4" y="4"/>
                        <a:pt x="4" y="0"/>
                        <a:pt x="8" y="0"/>
                      </a:cubicBezTo>
                      <a:cubicBezTo>
                        <a:pt x="11" y="0"/>
                        <a:pt x="15" y="1"/>
                        <a:pt x="15" y="6"/>
                      </a:cubicBezTo>
                      <a:cubicBezTo>
                        <a:pt x="15" y="10"/>
                        <a:pt x="14" y="15"/>
                        <a:pt x="14" y="20"/>
                      </a:cubicBezTo>
                      <a:cubicBezTo>
                        <a:pt x="14" y="23"/>
                        <a:pt x="14" y="25"/>
                        <a:pt x="14" y="28"/>
                      </a:cubicBezTo>
                      <a:cubicBezTo>
                        <a:pt x="14" y="28"/>
                        <a:pt x="15" y="28"/>
                        <a:pt x="16"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5" name="Freeform 16">
                  <a:extLst>
                    <a:ext uri="{FF2B5EF4-FFF2-40B4-BE49-F238E27FC236}">
                      <a16:creationId xmlns:a16="http://schemas.microsoft.com/office/drawing/2014/main" id="{FB4C6AFE-87EF-4FB7-829C-F7529116EE44}"/>
                    </a:ext>
                  </a:extLst>
                </p:cNvPr>
                <p:cNvSpPr>
                  <a:spLocks/>
                </p:cNvSpPr>
                <p:nvPr/>
              </p:nvSpPr>
              <p:spPr bwMode="auto">
                <a:xfrm>
                  <a:off x="3957518" y="3164747"/>
                  <a:ext cx="166686" cy="346804"/>
                </a:xfrm>
                <a:custGeom>
                  <a:avLst/>
                  <a:gdLst>
                    <a:gd name="T0" fmla="*/ 9 w 47"/>
                    <a:gd name="T1" fmla="*/ 73 h 88"/>
                    <a:gd name="T2" fmla="*/ 3 w 47"/>
                    <a:gd name="T3" fmla="*/ 67 h 88"/>
                    <a:gd name="T4" fmla="*/ 3 w 47"/>
                    <a:gd name="T5" fmla="*/ 57 h 88"/>
                    <a:gd name="T6" fmla="*/ 20 w 47"/>
                    <a:gd name="T7" fmla="*/ 38 h 88"/>
                    <a:gd name="T8" fmla="*/ 33 w 47"/>
                    <a:gd name="T9" fmla="*/ 20 h 88"/>
                    <a:gd name="T10" fmla="*/ 33 w 47"/>
                    <a:gd name="T11" fmla="*/ 4 h 88"/>
                    <a:gd name="T12" fmla="*/ 32 w 47"/>
                    <a:gd name="T13" fmla="*/ 1 h 88"/>
                    <a:gd name="T14" fmla="*/ 33 w 47"/>
                    <a:gd name="T15" fmla="*/ 0 h 88"/>
                    <a:gd name="T16" fmla="*/ 41 w 47"/>
                    <a:gd name="T17" fmla="*/ 6 h 88"/>
                    <a:gd name="T18" fmla="*/ 43 w 47"/>
                    <a:gd name="T19" fmla="*/ 26 h 88"/>
                    <a:gd name="T20" fmla="*/ 29 w 47"/>
                    <a:gd name="T21" fmla="*/ 48 h 88"/>
                    <a:gd name="T22" fmla="*/ 30 w 47"/>
                    <a:gd name="T23" fmla="*/ 52 h 88"/>
                    <a:gd name="T24" fmla="*/ 40 w 47"/>
                    <a:gd name="T25" fmla="*/ 73 h 88"/>
                    <a:gd name="T26" fmla="*/ 41 w 47"/>
                    <a:gd name="T27" fmla="*/ 84 h 88"/>
                    <a:gd name="T28" fmla="*/ 37 w 47"/>
                    <a:gd name="T29" fmla="*/ 86 h 88"/>
                    <a:gd name="T30" fmla="*/ 31 w 47"/>
                    <a:gd name="T31" fmla="*/ 75 h 88"/>
                    <a:gd name="T32" fmla="*/ 28 w 47"/>
                    <a:gd name="T33" fmla="*/ 60 h 88"/>
                    <a:gd name="T34" fmla="*/ 22 w 47"/>
                    <a:gd name="T35" fmla="*/ 59 h 88"/>
                    <a:gd name="T36" fmla="*/ 9 w 47"/>
                    <a:gd name="T37" fmla="*/ 7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7" h="88">
                      <a:moveTo>
                        <a:pt x="9" y="73"/>
                      </a:moveTo>
                      <a:cubicBezTo>
                        <a:pt x="7" y="71"/>
                        <a:pt x="5" y="69"/>
                        <a:pt x="3" y="67"/>
                      </a:cubicBezTo>
                      <a:cubicBezTo>
                        <a:pt x="1" y="64"/>
                        <a:pt x="0" y="61"/>
                        <a:pt x="3" y="57"/>
                      </a:cubicBezTo>
                      <a:cubicBezTo>
                        <a:pt x="9" y="51"/>
                        <a:pt x="14" y="45"/>
                        <a:pt x="20" y="38"/>
                      </a:cubicBezTo>
                      <a:cubicBezTo>
                        <a:pt x="24" y="32"/>
                        <a:pt x="28" y="26"/>
                        <a:pt x="33" y="20"/>
                      </a:cubicBezTo>
                      <a:cubicBezTo>
                        <a:pt x="36" y="15"/>
                        <a:pt x="36" y="9"/>
                        <a:pt x="33" y="4"/>
                      </a:cubicBezTo>
                      <a:cubicBezTo>
                        <a:pt x="32" y="3"/>
                        <a:pt x="32" y="2"/>
                        <a:pt x="32" y="1"/>
                      </a:cubicBezTo>
                      <a:cubicBezTo>
                        <a:pt x="32" y="1"/>
                        <a:pt x="33" y="0"/>
                        <a:pt x="33" y="0"/>
                      </a:cubicBezTo>
                      <a:cubicBezTo>
                        <a:pt x="36" y="2"/>
                        <a:pt x="39" y="4"/>
                        <a:pt x="41" y="6"/>
                      </a:cubicBezTo>
                      <a:cubicBezTo>
                        <a:pt x="46" y="11"/>
                        <a:pt x="47" y="20"/>
                        <a:pt x="43" y="26"/>
                      </a:cubicBezTo>
                      <a:cubicBezTo>
                        <a:pt x="39" y="33"/>
                        <a:pt x="34" y="40"/>
                        <a:pt x="29" y="48"/>
                      </a:cubicBezTo>
                      <a:cubicBezTo>
                        <a:pt x="29" y="49"/>
                        <a:pt x="29" y="52"/>
                        <a:pt x="30" y="52"/>
                      </a:cubicBezTo>
                      <a:cubicBezTo>
                        <a:pt x="38" y="57"/>
                        <a:pt x="38" y="65"/>
                        <a:pt x="40" y="73"/>
                      </a:cubicBezTo>
                      <a:cubicBezTo>
                        <a:pt x="41" y="76"/>
                        <a:pt x="41" y="80"/>
                        <a:pt x="41" y="84"/>
                      </a:cubicBezTo>
                      <a:cubicBezTo>
                        <a:pt x="41" y="87"/>
                        <a:pt x="39" y="88"/>
                        <a:pt x="37" y="86"/>
                      </a:cubicBezTo>
                      <a:cubicBezTo>
                        <a:pt x="33" y="83"/>
                        <a:pt x="31" y="81"/>
                        <a:pt x="31" y="75"/>
                      </a:cubicBezTo>
                      <a:cubicBezTo>
                        <a:pt x="31" y="70"/>
                        <a:pt x="30" y="65"/>
                        <a:pt x="28" y="60"/>
                      </a:cubicBezTo>
                      <a:cubicBezTo>
                        <a:pt x="27" y="55"/>
                        <a:pt x="25" y="56"/>
                        <a:pt x="22" y="59"/>
                      </a:cubicBezTo>
                      <a:cubicBezTo>
                        <a:pt x="18" y="64"/>
                        <a:pt x="14" y="68"/>
                        <a:pt x="9"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76" name="Freeform 17">
                  <a:extLst>
                    <a:ext uri="{FF2B5EF4-FFF2-40B4-BE49-F238E27FC236}">
                      <a16:creationId xmlns:a16="http://schemas.microsoft.com/office/drawing/2014/main" id="{7BBE01C1-D3BA-489E-BE5E-C63059DA7AF9}"/>
                    </a:ext>
                  </a:extLst>
                </p:cNvPr>
                <p:cNvSpPr>
                  <a:spLocks/>
                </p:cNvSpPr>
                <p:nvPr/>
              </p:nvSpPr>
              <p:spPr bwMode="auto">
                <a:xfrm>
                  <a:off x="3879593" y="3156423"/>
                  <a:ext cx="109753" cy="63837"/>
                </a:xfrm>
                <a:custGeom>
                  <a:avLst/>
                  <a:gdLst>
                    <a:gd name="T0" fmla="*/ 0 w 26"/>
                    <a:gd name="T1" fmla="*/ 0 h 19"/>
                    <a:gd name="T2" fmla="*/ 20 w 26"/>
                    <a:gd name="T3" fmla="*/ 1 h 19"/>
                    <a:gd name="T4" fmla="*/ 23 w 26"/>
                    <a:gd name="T5" fmla="*/ 12 h 19"/>
                    <a:gd name="T6" fmla="*/ 12 w 26"/>
                    <a:gd name="T7" fmla="*/ 18 h 19"/>
                    <a:gd name="T8" fmla="*/ 3 w 26"/>
                    <a:gd name="T9" fmla="*/ 11 h 19"/>
                    <a:gd name="T10" fmla="*/ 0 w 26"/>
                    <a:gd name="T11" fmla="*/ 0 h 19"/>
                  </a:gdLst>
                  <a:ahLst/>
                  <a:cxnLst>
                    <a:cxn ang="0">
                      <a:pos x="T0" y="T1"/>
                    </a:cxn>
                    <a:cxn ang="0">
                      <a:pos x="T2" y="T3"/>
                    </a:cxn>
                    <a:cxn ang="0">
                      <a:pos x="T4" y="T5"/>
                    </a:cxn>
                    <a:cxn ang="0">
                      <a:pos x="T6" y="T7"/>
                    </a:cxn>
                    <a:cxn ang="0">
                      <a:pos x="T8" y="T9"/>
                    </a:cxn>
                    <a:cxn ang="0">
                      <a:pos x="T10" y="T11"/>
                    </a:cxn>
                  </a:cxnLst>
                  <a:rect l="0" t="0" r="r" b="b"/>
                  <a:pathLst>
                    <a:path w="26" h="19">
                      <a:moveTo>
                        <a:pt x="0" y="0"/>
                      </a:moveTo>
                      <a:cubicBezTo>
                        <a:pt x="8" y="1"/>
                        <a:pt x="14" y="1"/>
                        <a:pt x="20" y="1"/>
                      </a:cubicBezTo>
                      <a:cubicBezTo>
                        <a:pt x="24" y="1"/>
                        <a:pt x="26" y="8"/>
                        <a:pt x="23" y="12"/>
                      </a:cubicBezTo>
                      <a:cubicBezTo>
                        <a:pt x="21" y="16"/>
                        <a:pt x="17" y="19"/>
                        <a:pt x="12" y="18"/>
                      </a:cubicBezTo>
                      <a:cubicBezTo>
                        <a:pt x="8" y="18"/>
                        <a:pt x="5" y="15"/>
                        <a:pt x="3" y="11"/>
                      </a:cubicBezTo>
                      <a:cubicBezTo>
                        <a:pt x="2" y="8"/>
                        <a:pt x="1" y="4"/>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nvGrpSpPr>
            <p:cNvPr id="41" name="组合 40"/>
            <p:cNvGrpSpPr/>
            <p:nvPr userDrawn="1"/>
          </p:nvGrpSpPr>
          <p:grpSpPr>
            <a:xfrm>
              <a:off x="10272478" y="6308389"/>
              <a:ext cx="721622" cy="198576"/>
              <a:chOff x="2372715" y="161759"/>
              <a:chExt cx="2714952" cy="747103"/>
            </a:xfrm>
          </p:grpSpPr>
          <p:grpSp>
            <p:nvGrpSpPr>
              <p:cNvPr id="42" name="组合 41">
                <a:extLst>
                  <a:ext uri="{FF2B5EF4-FFF2-40B4-BE49-F238E27FC236}">
                    <a16:creationId xmlns:a16="http://schemas.microsoft.com/office/drawing/2014/main" id="{4EB45816-40C4-4065-9181-C29D2BECD84E}"/>
                  </a:ext>
                </a:extLst>
              </p:cNvPr>
              <p:cNvGrpSpPr/>
              <p:nvPr/>
            </p:nvGrpSpPr>
            <p:grpSpPr>
              <a:xfrm>
                <a:off x="3804781" y="283376"/>
                <a:ext cx="521428" cy="548788"/>
                <a:chOff x="6113463" y="3541713"/>
                <a:chExt cx="484188" cy="509588"/>
              </a:xfrm>
              <a:solidFill>
                <a:schemeClr val="accent3"/>
              </a:solidFill>
            </p:grpSpPr>
            <p:sp>
              <p:nvSpPr>
                <p:cNvPr id="68" name="Freeform 9">
                  <a:extLst>
                    <a:ext uri="{FF2B5EF4-FFF2-40B4-BE49-F238E27FC236}">
                      <a16:creationId xmlns:a16="http://schemas.microsoft.com/office/drawing/2014/main" id="{70888479-5294-457A-8111-462CE4F104F2}"/>
                    </a:ext>
                  </a:extLst>
                </p:cNvPr>
                <p:cNvSpPr>
                  <a:spLocks noEditPoints="1"/>
                </p:cNvSpPr>
                <p:nvPr/>
              </p:nvSpPr>
              <p:spPr bwMode="auto">
                <a:xfrm>
                  <a:off x="6113463" y="3579813"/>
                  <a:ext cx="252413" cy="428625"/>
                </a:xfrm>
                <a:custGeom>
                  <a:avLst/>
                  <a:gdLst>
                    <a:gd name="T0" fmla="*/ 39 w 59"/>
                    <a:gd name="T1" fmla="*/ 78 h 101"/>
                    <a:gd name="T2" fmla="*/ 17 w 59"/>
                    <a:gd name="T3" fmla="*/ 94 h 101"/>
                    <a:gd name="T4" fmla="*/ 8 w 59"/>
                    <a:gd name="T5" fmla="*/ 94 h 101"/>
                    <a:gd name="T6" fmla="*/ 0 w 59"/>
                    <a:gd name="T7" fmla="*/ 79 h 101"/>
                    <a:gd name="T8" fmla="*/ 17 w 59"/>
                    <a:gd name="T9" fmla="*/ 73 h 101"/>
                    <a:gd name="T10" fmla="*/ 10 w 59"/>
                    <a:gd name="T11" fmla="*/ 68 h 101"/>
                    <a:gd name="T12" fmla="*/ 8 w 59"/>
                    <a:gd name="T13" fmla="*/ 60 h 101"/>
                    <a:gd name="T14" fmla="*/ 18 w 59"/>
                    <a:gd name="T15" fmla="*/ 23 h 101"/>
                    <a:gd name="T16" fmla="*/ 26 w 59"/>
                    <a:gd name="T17" fmla="*/ 17 h 101"/>
                    <a:gd name="T18" fmla="*/ 36 w 59"/>
                    <a:gd name="T19" fmla="*/ 26 h 101"/>
                    <a:gd name="T20" fmla="*/ 36 w 59"/>
                    <a:gd name="T21" fmla="*/ 27 h 101"/>
                    <a:gd name="T22" fmla="*/ 43 w 59"/>
                    <a:gd name="T23" fmla="*/ 40 h 101"/>
                    <a:gd name="T24" fmla="*/ 42 w 59"/>
                    <a:gd name="T25" fmla="*/ 12 h 101"/>
                    <a:gd name="T26" fmla="*/ 21 w 59"/>
                    <a:gd name="T27" fmla="*/ 5 h 101"/>
                    <a:gd name="T28" fmla="*/ 44 w 59"/>
                    <a:gd name="T29" fmla="*/ 1 h 101"/>
                    <a:gd name="T30" fmla="*/ 57 w 59"/>
                    <a:gd name="T31" fmla="*/ 17 h 101"/>
                    <a:gd name="T32" fmla="*/ 56 w 59"/>
                    <a:gd name="T33" fmla="*/ 48 h 101"/>
                    <a:gd name="T34" fmla="*/ 57 w 59"/>
                    <a:gd name="T35" fmla="*/ 55 h 101"/>
                    <a:gd name="T36" fmla="*/ 55 w 59"/>
                    <a:gd name="T37" fmla="*/ 64 h 101"/>
                    <a:gd name="T38" fmla="*/ 54 w 59"/>
                    <a:gd name="T39" fmla="*/ 71 h 101"/>
                    <a:gd name="T40" fmla="*/ 52 w 59"/>
                    <a:gd name="T41" fmla="*/ 95 h 101"/>
                    <a:gd name="T42" fmla="*/ 49 w 59"/>
                    <a:gd name="T43" fmla="*/ 101 h 101"/>
                    <a:gd name="T44" fmla="*/ 43 w 59"/>
                    <a:gd name="T45" fmla="*/ 98 h 101"/>
                    <a:gd name="T46" fmla="*/ 38 w 59"/>
                    <a:gd name="T47" fmla="*/ 86 h 101"/>
                    <a:gd name="T48" fmla="*/ 39 w 59"/>
                    <a:gd name="T49" fmla="*/ 78 h 101"/>
                    <a:gd name="T50" fmla="*/ 42 w 59"/>
                    <a:gd name="T51" fmla="*/ 47 h 101"/>
                    <a:gd name="T52" fmla="*/ 32 w 59"/>
                    <a:gd name="T53" fmla="*/ 44 h 101"/>
                    <a:gd name="T54" fmla="*/ 29 w 59"/>
                    <a:gd name="T55" fmla="*/ 64 h 101"/>
                    <a:gd name="T56" fmla="*/ 42 w 59"/>
                    <a:gd name="T57" fmla="*/ 4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101">
                      <a:moveTo>
                        <a:pt x="39" y="78"/>
                      </a:moveTo>
                      <a:cubicBezTo>
                        <a:pt x="31" y="84"/>
                        <a:pt x="24" y="89"/>
                        <a:pt x="17" y="94"/>
                      </a:cubicBezTo>
                      <a:cubicBezTo>
                        <a:pt x="14" y="97"/>
                        <a:pt x="11" y="96"/>
                        <a:pt x="8" y="94"/>
                      </a:cubicBezTo>
                      <a:cubicBezTo>
                        <a:pt x="4" y="90"/>
                        <a:pt x="0" y="86"/>
                        <a:pt x="0" y="79"/>
                      </a:cubicBezTo>
                      <a:cubicBezTo>
                        <a:pt x="6" y="82"/>
                        <a:pt x="12" y="80"/>
                        <a:pt x="17" y="73"/>
                      </a:cubicBezTo>
                      <a:cubicBezTo>
                        <a:pt x="15" y="72"/>
                        <a:pt x="13" y="70"/>
                        <a:pt x="10" y="68"/>
                      </a:cubicBezTo>
                      <a:cubicBezTo>
                        <a:pt x="7" y="66"/>
                        <a:pt x="7" y="63"/>
                        <a:pt x="8" y="60"/>
                      </a:cubicBezTo>
                      <a:cubicBezTo>
                        <a:pt x="11" y="48"/>
                        <a:pt x="15" y="36"/>
                        <a:pt x="18" y="23"/>
                      </a:cubicBezTo>
                      <a:cubicBezTo>
                        <a:pt x="19" y="20"/>
                        <a:pt x="20" y="16"/>
                        <a:pt x="26" y="17"/>
                      </a:cubicBezTo>
                      <a:cubicBezTo>
                        <a:pt x="32" y="18"/>
                        <a:pt x="36" y="21"/>
                        <a:pt x="36" y="26"/>
                      </a:cubicBezTo>
                      <a:cubicBezTo>
                        <a:pt x="36" y="26"/>
                        <a:pt x="36" y="27"/>
                        <a:pt x="36" y="27"/>
                      </a:cubicBezTo>
                      <a:cubicBezTo>
                        <a:pt x="35" y="33"/>
                        <a:pt x="38" y="37"/>
                        <a:pt x="43" y="40"/>
                      </a:cubicBezTo>
                      <a:cubicBezTo>
                        <a:pt x="43" y="31"/>
                        <a:pt x="42" y="22"/>
                        <a:pt x="42" y="12"/>
                      </a:cubicBezTo>
                      <a:cubicBezTo>
                        <a:pt x="30" y="16"/>
                        <a:pt x="20" y="12"/>
                        <a:pt x="21" y="5"/>
                      </a:cubicBezTo>
                      <a:cubicBezTo>
                        <a:pt x="29" y="3"/>
                        <a:pt x="36" y="1"/>
                        <a:pt x="44" y="1"/>
                      </a:cubicBezTo>
                      <a:cubicBezTo>
                        <a:pt x="54" y="0"/>
                        <a:pt x="59" y="8"/>
                        <a:pt x="57" y="17"/>
                      </a:cubicBezTo>
                      <a:cubicBezTo>
                        <a:pt x="56" y="27"/>
                        <a:pt x="56" y="38"/>
                        <a:pt x="56" y="48"/>
                      </a:cubicBezTo>
                      <a:cubicBezTo>
                        <a:pt x="56" y="50"/>
                        <a:pt x="57" y="52"/>
                        <a:pt x="57" y="55"/>
                      </a:cubicBezTo>
                      <a:cubicBezTo>
                        <a:pt x="57" y="58"/>
                        <a:pt x="56" y="61"/>
                        <a:pt x="55" y="64"/>
                      </a:cubicBezTo>
                      <a:cubicBezTo>
                        <a:pt x="55" y="66"/>
                        <a:pt x="54" y="68"/>
                        <a:pt x="54" y="71"/>
                      </a:cubicBezTo>
                      <a:cubicBezTo>
                        <a:pt x="53" y="79"/>
                        <a:pt x="53" y="87"/>
                        <a:pt x="52" y="95"/>
                      </a:cubicBezTo>
                      <a:cubicBezTo>
                        <a:pt x="52" y="97"/>
                        <a:pt x="51" y="100"/>
                        <a:pt x="49" y="101"/>
                      </a:cubicBezTo>
                      <a:cubicBezTo>
                        <a:pt x="47" y="101"/>
                        <a:pt x="44" y="100"/>
                        <a:pt x="43" y="98"/>
                      </a:cubicBezTo>
                      <a:cubicBezTo>
                        <a:pt x="39" y="95"/>
                        <a:pt x="36" y="92"/>
                        <a:pt x="38" y="86"/>
                      </a:cubicBezTo>
                      <a:cubicBezTo>
                        <a:pt x="39" y="84"/>
                        <a:pt x="39" y="81"/>
                        <a:pt x="39" y="78"/>
                      </a:cubicBezTo>
                      <a:close/>
                      <a:moveTo>
                        <a:pt x="42" y="47"/>
                      </a:moveTo>
                      <a:cubicBezTo>
                        <a:pt x="39" y="46"/>
                        <a:pt x="36" y="45"/>
                        <a:pt x="32" y="44"/>
                      </a:cubicBezTo>
                      <a:cubicBezTo>
                        <a:pt x="31" y="51"/>
                        <a:pt x="30" y="57"/>
                        <a:pt x="29" y="64"/>
                      </a:cubicBezTo>
                      <a:cubicBezTo>
                        <a:pt x="39" y="61"/>
                        <a:pt x="42" y="57"/>
                        <a:pt x="42"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9" name="Freeform 10">
                  <a:extLst>
                    <a:ext uri="{FF2B5EF4-FFF2-40B4-BE49-F238E27FC236}">
                      <a16:creationId xmlns:a16="http://schemas.microsoft.com/office/drawing/2014/main" id="{3C581795-C09D-460E-9472-8181F266F0EF}"/>
                    </a:ext>
                  </a:extLst>
                </p:cNvPr>
                <p:cNvSpPr>
                  <a:spLocks noEditPoints="1"/>
                </p:cNvSpPr>
                <p:nvPr/>
              </p:nvSpPr>
              <p:spPr bwMode="auto">
                <a:xfrm>
                  <a:off x="6361113" y="3541713"/>
                  <a:ext cx="236538" cy="509588"/>
                </a:xfrm>
                <a:custGeom>
                  <a:avLst/>
                  <a:gdLst>
                    <a:gd name="T0" fmla="*/ 11 w 55"/>
                    <a:gd name="T1" fmla="*/ 89 h 120"/>
                    <a:gd name="T2" fmla="*/ 10 w 55"/>
                    <a:gd name="T3" fmla="*/ 100 h 120"/>
                    <a:gd name="T4" fmla="*/ 6 w 55"/>
                    <a:gd name="T5" fmla="*/ 104 h 120"/>
                    <a:gd name="T6" fmla="*/ 1 w 55"/>
                    <a:gd name="T7" fmla="*/ 99 h 120"/>
                    <a:gd name="T8" fmla="*/ 3 w 55"/>
                    <a:gd name="T9" fmla="*/ 84 h 120"/>
                    <a:gd name="T10" fmla="*/ 14 w 55"/>
                    <a:gd name="T11" fmla="*/ 37 h 120"/>
                    <a:gd name="T12" fmla="*/ 22 w 55"/>
                    <a:gd name="T13" fmla="*/ 11 h 120"/>
                    <a:gd name="T14" fmla="*/ 26 w 55"/>
                    <a:gd name="T15" fmla="*/ 19 h 120"/>
                    <a:gd name="T16" fmla="*/ 20 w 55"/>
                    <a:gd name="T17" fmla="*/ 40 h 120"/>
                    <a:gd name="T18" fmla="*/ 27 w 55"/>
                    <a:gd name="T19" fmla="*/ 35 h 120"/>
                    <a:gd name="T20" fmla="*/ 35 w 55"/>
                    <a:gd name="T21" fmla="*/ 30 h 120"/>
                    <a:gd name="T22" fmla="*/ 33 w 55"/>
                    <a:gd name="T23" fmla="*/ 9 h 120"/>
                    <a:gd name="T24" fmla="*/ 28 w 55"/>
                    <a:gd name="T25" fmla="*/ 8 h 120"/>
                    <a:gd name="T26" fmla="*/ 19 w 55"/>
                    <a:gd name="T27" fmla="*/ 12 h 120"/>
                    <a:gd name="T28" fmla="*/ 12 w 55"/>
                    <a:gd name="T29" fmla="*/ 15 h 120"/>
                    <a:gd name="T30" fmla="*/ 9 w 55"/>
                    <a:gd name="T31" fmla="*/ 11 h 120"/>
                    <a:gd name="T32" fmla="*/ 11 w 55"/>
                    <a:gd name="T33" fmla="*/ 8 h 120"/>
                    <a:gd name="T34" fmla="*/ 31 w 55"/>
                    <a:gd name="T35" fmla="*/ 0 h 120"/>
                    <a:gd name="T36" fmla="*/ 45 w 55"/>
                    <a:gd name="T37" fmla="*/ 15 h 120"/>
                    <a:gd name="T38" fmla="*/ 44 w 55"/>
                    <a:gd name="T39" fmla="*/ 46 h 120"/>
                    <a:gd name="T40" fmla="*/ 48 w 55"/>
                    <a:gd name="T41" fmla="*/ 54 h 120"/>
                    <a:gd name="T42" fmla="*/ 48 w 55"/>
                    <a:gd name="T43" fmla="*/ 71 h 120"/>
                    <a:gd name="T44" fmla="*/ 44 w 55"/>
                    <a:gd name="T45" fmla="*/ 77 h 120"/>
                    <a:gd name="T46" fmla="*/ 44 w 55"/>
                    <a:gd name="T47" fmla="*/ 110 h 120"/>
                    <a:gd name="T48" fmla="*/ 44 w 55"/>
                    <a:gd name="T49" fmla="*/ 114 h 120"/>
                    <a:gd name="T50" fmla="*/ 41 w 55"/>
                    <a:gd name="T51" fmla="*/ 120 h 120"/>
                    <a:gd name="T52" fmla="*/ 32 w 55"/>
                    <a:gd name="T53" fmla="*/ 118 h 120"/>
                    <a:gd name="T54" fmla="*/ 13 w 55"/>
                    <a:gd name="T55" fmla="*/ 91 h 120"/>
                    <a:gd name="T56" fmla="*/ 12 w 55"/>
                    <a:gd name="T57" fmla="*/ 89 h 120"/>
                    <a:gd name="T58" fmla="*/ 11 w 55"/>
                    <a:gd name="T59" fmla="*/ 89 h 120"/>
                    <a:gd name="T60" fmla="*/ 24 w 55"/>
                    <a:gd name="T61" fmla="*/ 76 h 120"/>
                    <a:gd name="T62" fmla="*/ 23 w 55"/>
                    <a:gd name="T63" fmla="*/ 74 h 120"/>
                    <a:gd name="T64" fmla="*/ 27 w 55"/>
                    <a:gd name="T65" fmla="*/ 71 h 120"/>
                    <a:gd name="T66" fmla="*/ 33 w 55"/>
                    <a:gd name="T67" fmla="*/ 67 h 120"/>
                    <a:gd name="T68" fmla="*/ 32 w 55"/>
                    <a:gd name="T69" fmla="*/ 63 h 120"/>
                    <a:gd name="T70" fmla="*/ 22 w 55"/>
                    <a:gd name="T71" fmla="*/ 52 h 120"/>
                    <a:gd name="T72" fmla="*/ 18 w 55"/>
                    <a:gd name="T73" fmla="*/ 89 h 120"/>
                    <a:gd name="T74" fmla="*/ 33 w 55"/>
                    <a:gd name="T75" fmla="*/ 107 h 120"/>
                    <a:gd name="T76" fmla="*/ 35 w 55"/>
                    <a:gd name="T77" fmla="*/ 77 h 120"/>
                    <a:gd name="T78" fmla="*/ 31 w 55"/>
                    <a:gd name="T79" fmla="*/ 75 h 120"/>
                    <a:gd name="T80" fmla="*/ 24 w 55"/>
                    <a:gd name="T81" fmla="*/ 76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55" h="120">
                      <a:moveTo>
                        <a:pt x="11" y="89"/>
                      </a:moveTo>
                      <a:cubicBezTo>
                        <a:pt x="10" y="93"/>
                        <a:pt x="10" y="96"/>
                        <a:pt x="10" y="100"/>
                      </a:cubicBezTo>
                      <a:cubicBezTo>
                        <a:pt x="9" y="102"/>
                        <a:pt x="9" y="104"/>
                        <a:pt x="6" y="104"/>
                      </a:cubicBezTo>
                      <a:cubicBezTo>
                        <a:pt x="3" y="104"/>
                        <a:pt x="0" y="103"/>
                        <a:pt x="1" y="99"/>
                      </a:cubicBezTo>
                      <a:cubicBezTo>
                        <a:pt x="2" y="94"/>
                        <a:pt x="2" y="89"/>
                        <a:pt x="3" y="84"/>
                      </a:cubicBezTo>
                      <a:cubicBezTo>
                        <a:pt x="7" y="68"/>
                        <a:pt x="10" y="53"/>
                        <a:pt x="14" y="37"/>
                      </a:cubicBezTo>
                      <a:cubicBezTo>
                        <a:pt x="16" y="29"/>
                        <a:pt x="19" y="20"/>
                        <a:pt x="22" y="11"/>
                      </a:cubicBezTo>
                      <a:cubicBezTo>
                        <a:pt x="26" y="13"/>
                        <a:pt x="27" y="15"/>
                        <a:pt x="26" y="19"/>
                      </a:cubicBezTo>
                      <a:cubicBezTo>
                        <a:pt x="24" y="25"/>
                        <a:pt x="22" y="32"/>
                        <a:pt x="20" y="40"/>
                      </a:cubicBezTo>
                      <a:cubicBezTo>
                        <a:pt x="23" y="37"/>
                        <a:pt x="25" y="36"/>
                        <a:pt x="27" y="35"/>
                      </a:cubicBezTo>
                      <a:cubicBezTo>
                        <a:pt x="30" y="33"/>
                        <a:pt x="34" y="32"/>
                        <a:pt x="35" y="30"/>
                      </a:cubicBezTo>
                      <a:cubicBezTo>
                        <a:pt x="36" y="23"/>
                        <a:pt x="37" y="16"/>
                        <a:pt x="33" y="9"/>
                      </a:cubicBezTo>
                      <a:cubicBezTo>
                        <a:pt x="33" y="8"/>
                        <a:pt x="30" y="7"/>
                        <a:pt x="28" y="8"/>
                      </a:cubicBezTo>
                      <a:cubicBezTo>
                        <a:pt x="25" y="9"/>
                        <a:pt x="22" y="11"/>
                        <a:pt x="19" y="12"/>
                      </a:cubicBezTo>
                      <a:cubicBezTo>
                        <a:pt x="17" y="13"/>
                        <a:pt x="15" y="15"/>
                        <a:pt x="12" y="15"/>
                      </a:cubicBezTo>
                      <a:cubicBezTo>
                        <a:pt x="11" y="15"/>
                        <a:pt x="9" y="13"/>
                        <a:pt x="9" y="11"/>
                      </a:cubicBezTo>
                      <a:cubicBezTo>
                        <a:pt x="8" y="11"/>
                        <a:pt x="10" y="9"/>
                        <a:pt x="11" y="8"/>
                      </a:cubicBezTo>
                      <a:cubicBezTo>
                        <a:pt x="17" y="4"/>
                        <a:pt x="23" y="0"/>
                        <a:pt x="31" y="0"/>
                      </a:cubicBezTo>
                      <a:cubicBezTo>
                        <a:pt x="41" y="1"/>
                        <a:pt x="46" y="5"/>
                        <a:pt x="45" y="15"/>
                      </a:cubicBezTo>
                      <a:cubicBezTo>
                        <a:pt x="45" y="25"/>
                        <a:pt x="45" y="36"/>
                        <a:pt x="44" y="46"/>
                      </a:cubicBezTo>
                      <a:cubicBezTo>
                        <a:pt x="44" y="50"/>
                        <a:pt x="45" y="52"/>
                        <a:pt x="48" y="54"/>
                      </a:cubicBezTo>
                      <a:cubicBezTo>
                        <a:pt x="55" y="60"/>
                        <a:pt x="55" y="66"/>
                        <a:pt x="48" y="71"/>
                      </a:cubicBezTo>
                      <a:cubicBezTo>
                        <a:pt x="45" y="72"/>
                        <a:pt x="44" y="74"/>
                        <a:pt x="44" y="77"/>
                      </a:cubicBezTo>
                      <a:cubicBezTo>
                        <a:pt x="45" y="88"/>
                        <a:pt x="44" y="99"/>
                        <a:pt x="44" y="110"/>
                      </a:cubicBezTo>
                      <a:cubicBezTo>
                        <a:pt x="44" y="112"/>
                        <a:pt x="45" y="113"/>
                        <a:pt x="44" y="114"/>
                      </a:cubicBezTo>
                      <a:cubicBezTo>
                        <a:pt x="43" y="116"/>
                        <a:pt x="42" y="120"/>
                        <a:pt x="41" y="120"/>
                      </a:cubicBezTo>
                      <a:cubicBezTo>
                        <a:pt x="38" y="120"/>
                        <a:pt x="34" y="120"/>
                        <a:pt x="32" y="118"/>
                      </a:cubicBezTo>
                      <a:cubicBezTo>
                        <a:pt x="25" y="109"/>
                        <a:pt x="19" y="100"/>
                        <a:pt x="13" y="91"/>
                      </a:cubicBezTo>
                      <a:cubicBezTo>
                        <a:pt x="12" y="90"/>
                        <a:pt x="12" y="90"/>
                        <a:pt x="12" y="89"/>
                      </a:cubicBezTo>
                      <a:cubicBezTo>
                        <a:pt x="11" y="89"/>
                        <a:pt x="11" y="89"/>
                        <a:pt x="11" y="89"/>
                      </a:cubicBezTo>
                      <a:close/>
                      <a:moveTo>
                        <a:pt x="24" y="76"/>
                      </a:moveTo>
                      <a:cubicBezTo>
                        <a:pt x="23" y="75"/>
                        <a:pt x="23" y="75"/>
                        <a:pt x="23" y="74"/>
                      </a:cubicBezTo>
                      <a:cubicBezTo>
                        <a:pt x="24" y="73"/>
                        <a:pt x="26" y="72"/>
                        <a:pt x="27" y="71"/>
                      </a:cubicBezTo>
                      <a:cubicBezTo>
                        <a:pt x="29" y="70"/>
                        <a:pt x="31" y="69"/>
                        <a:pt x="33" y="67"/>
                      </a:cubicBezTo>
                      <a:cubicBezTo>
                        <a:pt x="35" y="66"/>
                        <a:pt x="35" y="63"/>
                        <a:pt x="32" y="63"/>
                      </a:cubicBezTo>
                      <a:cubicBezTo>
                        <a:pt x="27" y="61"/>
                        <a:pt x="24" y="58"/>
                        <a:pt x="22" y="52"/>
                      </a:cubicBezTo>
                      <a:cubicBezTo>
                        <a:pt x="17" y="65"/>
                        <a:pt x="13" y="77"/>
                        <a:pt x="18" y="89"/>
                      </a:cubicBezTo>
                      <a:cubicBezTo>
                        <a:pt x="21" y="97"/>
                        <a:pt x="27" y="101"/>
                        <a:pt x="33" y="107"/>
                      </a:cubicBezTo>
                      <a:cubicBezTo>
                        <a:pt x="34" y="97"/>
                        <a:pt x="34" y="87"/>
                        <a:pt x="35" y="77"/>
                      </a:cubicBezTo>
                      <a:cubicBezTo>
                        <a:pt x="35" y="77"/>
                        <a:pt x="32" y="75"/>
                        <a:pt x="31" y="75"/>
                      </a:cubicBezTo>
                      <a:cubicBezTo>
                        <a:pt x="29" y="75"/>
                        <a:pt x="26" y="76"/>
                        <a:pt x="24"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3" name="组合 42">
                <a:extLst>
                  <a:ext uri="{FF2B5EF4-FFF2-40B4-BE49-F238E27FC236}">
                    <a16:creationId xmlns:a16="http://schemas.microsoft.com/office/drawing/2014/main" id="{C43281D5-D15F-4210-8FEF-5D0B83A54FD6}"/>
                  </a:ext>
                </a:extLst>
              </p:cNvPr>
              <p:cNvGrpSpPr/>
              <p:nvPr/>
            </p:nvGrpSpPr>
            <p:grpSpPr>
              <a:xfrm>
                <a:off x="2372715" y="161759"/>
                <a:ext cx="591521" cy="747103"/>
                <a:chOff x="6108700" y="2066926"/>
                <a:chExt cx="549275" cy="693738"/>
              </a:xfrm>
              <a:solidFill>
                <a:schemeClr val="accent3"/>
              </a:solidFill>
            </p:grpSpPr>
            <p:sp>
              <p:nvSpPr>
                <p:cNvPr id="66" name="Freeform 13">
                  <a:extLst>
                    <a:ext uri="{FF2B5EF4-FFF2-40B4-BE49-F238E27FC236}">
                      <a16:creationId xmlns:a16="http://schemas.microsoft.com/office/drawing/2014/main" id="{0965091B-D712-42AC-844D-24578409DB9A}"/>
                    </a:ext>
                  </a:extLst>
                </p:cNvPr>
                <p:cNvSpPr>
                  <a:spLocks noEditPoints="1"/>
                </p:cNvSpPr>
                <p:nvPr/>
              </p:nvSpPr>
              <p:spPr bwMode="auto">
                <a:xfrm>
                  <a:off x="6108700" y="2066926"/>
                  <a:ext cx="549275" cy="655638"/>
                </a:xfrm>
                <a:custGeom>
                  <a:avLst/>
                  <a:gdLst>
                    <a:gd name="T0" fmla="*/ 54 w 128"/>
                    <a:gd name="T1" fmla="*/ 76 h 154"/>
                    <a:gd name="T2" fmla="*/ 66 w 128"/>
                    <a:gd name="T3" fmla="*/ 53 h 154"/>
                    <a:gd name="T4" fmla="*/ 49 w 128"/>
                    <a:gd name="T5" fmla="*/ 47 h 154"/>
                    <a:gd name="T6" fmla="*/ 64 w 128"/>
                    <a:gd name="T7" fmla="*/ 44 h 154"/>
                    <a:gd name="T8" fmla="*/ 83 w 128"/>
                    <a:gd name="T9" fmla="*/ 6 h 154"/>
                    <a:gd name="T10" fmla="*/ 91 w 128"/>
                    <a:gd name="T11" fmla="*/ 11 h 154"/>
                    <a:gd name="T12" fmla="*/ 96 w 128"/>
                    <a:gd name="T13" fmla="*/ 36 h 154"/>
                    <a:gd name="T14" fmla="*/ 106 w 128"/>
                    <a:gd name="T15" fmla="*/ 41 h 154"/>
                    <a:gd name="T16" fmla="*/ 82 w 128"/>
                    <a:gd name="T17" fmla="*/ 50 h 154"/>
                    <a:gd name="T18" fmla="*/ 71 w 128"/>
                    <a:gd name="T19" fmla="*/ 65 h 154"/>
                    <a:gd name="T20" fmla="*/ 110 w 128"/>
                    <a:gd name="T21" fmla="*/ 74 h 154"/>
                    <a:gd name="T22" fmla="*/ 101 w 128"/>
                    <a:gd name="T23" fmla="*/ 87 h 154"/>
                    <a:gd name="T24" fmla="*/ 111 w 128"/>
                    <a:gd name="T25" fmla="*/ 98 h 154"/>
                    <a:gd name="T26" fmla="*/ 92 w 128"/>
                    <a:gd name="T27" fmla="*/ 104 h 154"/>
                    <a:gd name="T28" fmla="*/ 86 w 128"/>
                    <a:gd name="T29" fmla="*/ 116 h 154"/>
                    <a:gd name="T30" fmla="*/ 124 w 128"/>
                    <a:gd name="T31" fmla="*/ 112 h 154"/>
                    <a:gd name="T32" fmla="*/ 120 w 128"/>
                    <a:gd name="T33" fmla="*/ 122 h 154"/>
                    <a:gd name="T34" fmla="*/ 111 w 128"/>
                    <a:gd name="T35" fmla="*/ 144 h 154"/>
                    <a:gd name="T36" fmla="*/ 105 w 128"/>
                    <a:gd name="T37" fmla="*/ 153 h 154"/>
                    <a:gd name="T38" fmla="*/ 55 w 128"/>
                    <a:gd name="T39" fmla="*/ 129 h 154"/>
                    <a:gd name="T40" fmla="*/ 53 w 128"/>
                    <a:gd name="T41" fmla="*/ 121 h 154"/>
                    <a:gd name="T42" fmla="*/ 61 w 128"/>
                    <a:gd name="T43" fmla="*/ 125 h 154"/>
                    <a:gd name="T44" fmla="*/ 94 w 128"/>
                    <a:gd name="T45" fmla="*/ 140 h 154"/>
                    <a:gd name="T46" fmla="*/ 85 w 128"/>
                    <a:gd name="T47" fmla="*/ 127 h 154"/>
                    <a:gd name="T48" fmla="*/ 71 w 128"/>
                    <a:gd name="T49" fmla="*/ 108 h 154"/>
                    <a:gd name="T50" fmla="*/ 52 w 128"/>
                    <a:gd name="T51" fmla="*/ 113 h 154"/>
                    <a:gd name="T52" fmla="*/ 38 w 128"/>
                    <a:gd name="T53" fmla="*/ 97 h 154"/>
                    <a:gd name="T54" fmla="*/ 51 w 128"/>
                    <a:gd name="T55" fmla="*/ 97 h 154"/>
                    <a:gd name="T56" fmla="*/ 34 w 128"/>
                    <a:gd name="T57" fmla="*/ 93 h 154"/>
                    <a:gd name="T58" fmla="*/ 35 w 128"/>
                    <a:gd name="T59" fmla="*/ 105 h 154"/>
                    <a:gd name="T60" fmla="*/ 26 w 128"/>
                    <a:gd name="T61" fmla="*/ 154 h 154"/>
                    <a:gd name="T62" fmla="*/ 20 w 128"/>
                    <a:gd name="T63" fmla="*/ 118 h 154"/>
                    <a:gd name="T64" fmla="*/ 0 w 128"/>
                    <a:gd name="T65" fmla="*/ 103 h 154"/>
                    <a:gd name="T66" fmla="*/ 19 w 128"/>
                    <a:gd name="T67" fmla="*/ 72 h 154"/>
                    <a:gd name="T68" fmla="*/ 25 w 128"/>
                    <a:gd name="T69" fmla="*/ 51 h 154"/>
                    <a:gd name="T70" fmla="*/ 39 w 128"/>
                    <a:gd name="T71" fmla="*/ 14 h 154"/>
                    <a:gd name="T72" fmla="*/ 51 w 128"/>
                    <a:gd name="T73" fmla="*/ 24 h 154"/>
                    <a:gd name="T74" fmla="*/ 39 w 128"/>
                    <a:gd name="T75" fmla="*/ 44 h 154"/>
                    <a:gd name="T76" fmla="*/ 48 w 128"/>
                    <a:gd name="T77" fmla="*/ 73 h 154"/>
                    <a:gd name="T78" fmla="*/ 81 w 128"/>
                    <a:gd name="T79" fmla="*/ 90 h 154"/>
                    <a:gd name="T80" fmla="*/ 92 w 128"/>
                    <a:gd name="T81" fmla="*/ 71 h 154"/>
                    <a:gd name="T82" fmla="*/ 81 w 128"/>
                    <a:gd name="T83" fmla="*/ 80 h 154"/>
                    <a:gd name="T84" fmla="*/ 76 w 128"/>
                    <a:gd name="T85" fmla="*/ 73 h 154"/>
                    <a:gd name="T86" fmla="*/ 67 w 128"/>
                    <a:gd name="T87" fmla="*/ 79 h 154"/>
                    <a:gd name="T88" fmla="*/ 76 w 128"/>
                    <a:gd name="T89" fmla="*/ 73 h 154"/>
                    <a:gd name="T90" fmla="*/ 56 w 128"/>
                    <a:gd name="T91" fmla="*/ 88 h 154"/>
                    <a:gd name="T92" fmla="*/ 63 w 128"/>
                    <a:gd name="T93" fmla="*/ 8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8" h="154">
                      <a:moveTo>
                        <a:pt x="48" y="73"/>
                      </a:moveTo>
                      <a:cubicBezTo>
                        <a:pt x="50" y="74"/>
                        <a:pt x="52" y="75"/>
                        <a:pt x="54" y="76"/>
                      </a:cubicBezTo>
                      <a:cubicBezTo>
                        <a:pt x="57" y="74"/>
                        <a:pt x="60" y="72"/>
                        <a:pt x="63" y="70"/>
                      </a:cubicBezTo>
                      <a:cubicBezTo>
                        <a:pt x="58" y="63"/>
                        <a:pt x="65" y="59"/>
                        <a:pt x="66" y="53"/>
                      </a:cubicBezTo>
                      <a:cubicBezTo>
                        <a:pt x="63" y="53"/>
                        <a:pt x="59" y="53"/>
                        <a:pt x="56" y="52"/>
                      </a:cubicBezTo>
                      <a:cubicBezTo>
                        <a:pt x="54" y="51"/>
                        <a:pt x="51" y="49"/>
                        <a:pt x="49" y="47"/>
                      </a:cubicBezTo>
                      <a:cubicBezTo>
                        <a:pt x="49" y="46"/>
                        <a:pt x="50" y="46"/>
                        <a:pt x="50" y="46"/>
                      </a:cubicBezTo>
                      <a:cubicBezTo>
                        <a:pt x="55" y="45"/>
                        <a:pt x="59" y="45"/>
                        <a:pt x="64" y="44"/>
                      </a:cubicBezTo>
                      <a:cubicBezTo>
                        <a:pt x="68" y="44"/>
                        <a:pt x="70" y="42"/>
                        <a:pt x="71" y="38"/>
                      </a:cubicBezTo>
                      <a:cubicBezTo>
                        <a:pt x="75" y="27"/>
                        <a:pt x="79" y="16"/>
                        <a:pt x="83" y="6"/>
                      </a:cubicBezTo>
                      <a:cubicBezTo>
                        <a:pt x="84" y="3"/>
                        <a:pt x="84" y="0"/>
                        <a:pt x="88" y="2"/>
                      </a:cubicBezTo>
                      <a:cubicBezTo>
                        <a:pt x="92" y="4"/>
                        <a:pt x="94" y="9"/>
                        <a:pt x="91" y="11"/>
                      </a:cubicBezTo>
                      <a:cubicBezTo>
                        <a:pt x="83" y="19"/>
                        <a:pt x="83" y="30"/>
                        <a:pt x="80" y="41"/>
                      </a:cubicBezTo>
                      <a:cubicBezTo>
                        <a:pt x="85" y="39"/>
                        <a:pt x="91" y="37"/>
                        <a:pt x="96" y="36"/>
                      </a:cubicBezTo>
                      <a:cubicBezTo>
                        <a:pt x="98" y="35"/>
                        <a:pt x="101" y="35"/>
                        <a:pt x="102" y="36"/>
                      </a:cubicBezTo>
                      <a:cubicBezTo>
                        <a:pt x="104" y="37"/>
                        <a:pt x="106" y="39"/>
                        <a:pt x="106" y="41"/>
                      </a:cubicBezTo>
                      <a:cubicBezTo>
                        <a:pt x="106" y="42"/>
                        <a:pt x="105" y="44"/>
                        <a:pt x="103" y="44"/>
                      </a:cubicBezTo>
                      <a:cubicBezTo>
                        <a:pt x="96" y="46"/>
                        <a:pt x="89" y="48"/>
                        <a:pt x="82" y="50"/>
                      </a:cubicBezTo>
                      <a:cubicBezTo>
                        <a:pt x="78" y="50"/>
                        <a:pt x="77" y="51"/>
                        <a:pt x="76" y="54"/>
                      </a:cubicBezTo>
                      <a:cubicBezTo>
                        <a:pt x="74" y="58"/>
                        <a:pt x="73" y="61"/>
                        <a:pt x="71" y="65"/>
                      </a:cubicBezTo>
                      <a:cubicBezTo>
                        <a:pt x="82" y="63"/>
                        <a:pt x="92" y="62"/>
                        <a:pt x="102" y="66"/>
                      </a:cubicBezTo>
                      <a:cubicBezTo>
                        <a:pt x="106" y="67"/>
                        <a:pt x="110" y="69"/>
                        <a:pt x="110" y="74"/>
                      </a:cubicBezTo>
                      <a:cubicBezTo>
                        <a:pt x="111" y="79"/>
                        <a:pt x="109" y="83"/>
                        <a:pt x="104" y="85"/>
                      </a:cubicBezTo>
                      <a:cubicBezTo>
                        <a:pt x="103" y="85"/>
                        <a:pt x="102" y="86"/>
                        <a:pt x="101" y="87"/>
                      </a:cubicBezTo>
                      <a:cubicBezTo>
                        <a:pt x="103" y="88"/>
                        <a:pt x="105" y="88"/>
                        <a:pt x="106" y="89"/>
                      </a:cubicBezTo>
                      <a:cubicBezTo>
                        <a:pt x="110" y="91"/>
                        <a:pt x="112" y="94"/>
                        <a:pt x="111" y="98"/>
                      </a:cubicBezTo>
                      <a:cubicBezTo>
                        <a:pt x="110" y="102"/>
                        <a:pt x="107" y="103"/>
                        <a:pt x="104" y="103"/>
                      </a:cubicBezTo>
                      <a:cubicBezTo>
                        <a:pt x="100" y="103"/>
                        <a:pt x="96" y="104"/>
                        <a:pt x="92" y="104"/>
                      </a:cubicBezTo>
                      <a:cubicBezTo>
                        <a:pt x="86" y="105"/>
                        <a:pt x="81" y="111"/>
                        <a:pt x="82" y="117"/>
                      </a:cubicBezTo>
                      <a:cubicBezTo>
                        <a:pt x="83" y="117"/>
                        <a:pt x="85" y="117"/>
                        <a:pt x="86" y="116"/>
                      </a:cubicBezTo>
                      <a:cubicBezTo>
                        <a:pt x="95" y="111"/>
                        <a:pt x="104" y="109"/>
                        <a:pt x="114" y="109"/>
                      </a:cubicBezTo>
                      <a:cubicBezTo>
                        <a:pt x="118" y="110"/>
                        <a:pt x="121" y="111"/>
                        <a:pt x="124" y="112"/>
                      </a:cubicBezTo>
                      <a:cubicBezTo>
                        <a:pt x="128" y="114"/>
                        <a:pt x="128" y="117"/>
                        <a:pt x="126" y="120"/>
                      </a:cubicBezTo>
                      <a:cubicBezTo>
                        <a:pt x="125" y="123"/>
                        <a:pt x="122" y="123"/>
                        <a:pt x="120" y="122"/>
                      </a:cubicBezTo>
                      <a:cubicBezTo>
                        <a:pt x="111" y="118"/>
                        <a:pt x="104" y="120"/>
                        <a:pt x="97" y="123"/>
                      </a:cubicBezTo>
                      <a:cubicBezTo>
                        <a:pt x="101" y="130"/>
                        <a:pt x="106" y="137"/>
                        <a:pt x="111" y="144"/>
                      </a:cubicBezTo>
                      <a:cubicBezTo>
                        <a:pt x="112" y="146"/>
                        <a:pt x="112" y="150"/>
                        <a:pt x="111" y="152"/>
                      </a:cubicBezTo>
                      <a:cubicBezTo>
                        <a:pt x="111" y="153"/>
                        <a:pt x="107" y="153"/>
                        <a:pt x="105" y="153"/>
                      </a:cubicBezTo>
                      <a:cubicBezTo>
                        <a:pt x="91" y="150"/>
                        <a:pt x="77" y="146"/>
                        <a:pt x="66" y="138"/>
                      </a:cubicBezTo>
                      <a:cubicBezTo>
                        <a:pt x="62" y="135"/>
                        <a:pt x="59" y="132"/>
                        <a:pt x="55" y="129"/>
                      </a:cubicBezTo>
                      <a:cubicBezTo>
                        <a:pt x="54" y="128"/>
                        <a:pt x="53" y="127"/>
                        <a:pt x="53" y="126"/>
                      </a:cubicBezTo>
                      <a:cubicBezTo>
                        <a:pt x="53" y="124"/>
                        <a:pt x="53" y="122"/>
                        <a:pt x="53" y="121"/>
                      </a:cubicBezTo>
                      <a:cubicBezTo>
                        <a:pt x="55" y="121"/>
                        <a:pt x="57" y="121"/>
                        <a:pt x="58" y="121"/>
                      </a:cubicBezTo>
                      <a:cubicBezTo>
                        <a:pt x="59" y="122"/>
                        <a:pt x="60" y="123"/>
                        <a:pt x="61" y="125"/>
                      </a:cubicBezTo>
                      <a:cubicBezTo>
                        <a:pt x="70" y="134"/>
                        <a:pt x="80" y="139"/>
                        <a:pt x="92" y="140"/>
                      </a:cubicBezTo>
                      <a:cubicBezTo>
                        <a:pt x="93" y="140"/>
                        <a:pt x="93" y="140"/>
                        <a:pt x="94" y="140"/>
                      </a:cubicBezTo>
                      <a:cubicBezTo>
                        <a:pt x="92" y="136"/>
                        <a:pt x="90" y="132"/>
                        <a:pt x="88" y="128"/>
                      </a:cubicBezTo>
                      <a:cubicBezTo>
                        <a:pt x="88" y="128"/>
                        <a:pt x="86" y="127"/>
                        <a:pt x="85" y="127"/>
                      </a:cubicBezTo>
                      <a:cubicBezTo>
                        <a:pt x="71" y="126"/>
                        <a:pt x="70" y="124"/>
                        <a:pt x="71" y="111"/>
                      </a:cubicBezTo>
                      <a:cubicBezTo>
                        <a:pt x="71" y="110"/>
                        <a:pt x="71" y="109"/>
                        <a:pt x="71" y="108"/>
                      </a:cubicBezTo>
                      <a:cubicBezTo>
                        <a:pt x="68" y="109"/>
                        <a:pt x="65" y="109"/>
                        <a:pt x="62" y="110"/>
                      </a:cubicBezTo>
                      <a:cubicBezTo>
                        <a:pt x="59" y="111"/>
                        <a:pt x="55" y="112"/>
                        <a:pt x="52" y="113"/>
                      </a:cubicBezTo>
                      <a:cubicBezTo>
                        <a:pt x="48" y="114"/>
                        <a:pt x="44" y="115"/>
                        <a:pt x="41" y="111"/>
                      </a:cubicBezTo>
                      <a:cubicBezTo>
                        <a:pt x="37" y="107"/>
                        <a:pt x="37" y="102"/>
                        <a:pt x="38" y="97"/>
                      </a:cubicBezTo>
                      <a:cubicBezTo>
                        <a:pt x="38" y="96"/>
                        <a:pt x="40" y="96"/>
                        <a:pt x="42" y="96"/>
                      </a:cubicBezTo>
                      <a:cubicBezTo>
                        <a:pt x="45" y="96"/>
                        <a:pt x="48" y="96"/>
                        <a:pt x="51" y="97"/>
                      </a:cubicBezTo>
                      <a:cubicBezTo>
                        <a:pt x="48" y="90"/>
                        <a:pt x="46" y="84"/>
                        <a:pt x="43" y="78"/>
                      </a:cubicBezTo>
                      <a:cubicBezTo>
                        <a:pt x="40" y="83"/>
                        <a:pt x="37" y="88"/>
                        <a:pt x="34" y="93"/>
                      </a:cubicBezTo>
                      <a:cubicBezTo>
                        <a:pt x="33" y="94"/>
                        <a:pt x="33" y="96"/>
                        <a:pt x="34" y="98"/>
                      </a:cubicBezTo>
                      <a:cubicBezTo>
                        <a:pt x="34" y="100"/>
                        <a:pt x="35" y="103"/>
                        <a:pt x="35" y="105"/>
                      </a:cubicBezTo>
                      <a:cubicBezTo>
                        <a:pt x="32" y="121"/>
                        <a:pt x="29" y="136"/>
                        <a:pt x="27" y="151"/>
                      </a:cubicBezTo>
                      <a:cubicBezTo>
                        <a:pt x="26" y="152"/>
                        <a:pt x="26" y="153"/>
                        <a:pt x="26" y="154"/>
                      </a:cubicBezTo>
                      <a:cubicBezTo>
                        <a:pt x="17" y="153"/>
                        <a:pt x="14" y="149"/>
                        <a:pt x="15" y="141"/>
                      </a:cubicBezTo>
                      <a:cubicBezTo>
                        <a:pt x="17" y="134"/>
                        <a:pt x="18" y="126"/>
                        <a:pt x="20" y="118"/>
                      </a:cubicBezTo>
                      <a:cubicBezTo>
                        <a:pt x="15" y="123"/>
                        <a:pt x="12" y="122"/>
                        <a:pt x="7" y="118"/>
                      </a:cubicBezTo>
                      <a:cubicBezTo>
                        <a:pt x="3" y="114"/>
                        <a:pt x="0" y="109"/>
                        <a:pt x="0" y="103"/>
                      </a:cubicBezTo>
                      <a:cubicBezTo>
                        <a:pt x="0" y="102"/>
                        <a:pt x="1" y="101"/>
                        <a:pt x="1" y="100"/>
                      </a:cubicBezTo>
                      <a:cubicBezTo>
                        <a:pt x="7" y="91"/>
                        <a:pt x="14" y="82"/>
                        <a:pt x="19" y="72"/>
                      </a:cubicBezTo>
                      <a:cubicBezTo>
                        <a:pt x="22" y="67"/>
                        <a:pt x="24" y="61"/>
                        <a:pt x="26" y="55"/>
                      </a:cubicBezTo>
                      <a:cubicBezTo>
                        <a:pt x="27" y="54"/>
                        <a:pt x="25" y="53"/>
                        <a:pt x="25" y="51"/>
                      </a:cubicBezTo>
                      <a:cubicBezTo>
                        <a:pt x="18" y="43"/>
                        <a:pt x="18" y="39"/>
                        <a:pt x="23" y="30"/>
                      </a:cubicBezTo>
                      <a:cubicBezTo>
                        <a:pt x="27" y="23"/>
                        <a:pt x="32" y="17"/>
                        <a:pt x="39" y="14"/>
                      </a:cubicBezTo>
                      <a:cubicBezTo>
                        <a:pt x="45" y="11"/>
                        <a:pt x="50" y="12"/>
                        <a:pt x="53" y="16"/>
                      </a:cubicBezTo>
                      <a:cubicBezTo>
                        <a:pt x="56" y="20"/>
                        <a:pt x="56" y="22"/>
                        <a:pt x="51" y="24"/>
                      </a:cubicBezTo>
                      <a:cubicBezTo>
                        <a:pt x="44" y="26"/>
                        <a:pt x="41" y="31"/>
                        <a:pt x="37" y="36"/>
                      </a:cubicBezTo>
                      <a:cubicBezTo>
                        <a:pt x="36" y="39"/>
                        <a:pt x="36" y="42"/>
                        <a:pt x="39" y="44"/>
                      </a:cubicBezTo>
                      <a:cubicBezTo>
                        <a:pt x="41" y="45"/>
                        <a:pt x="42" y="47"/>
                        <a:pt x="43" y="48"/>
                      </a:cubicBezTo>
                      <a:cubicBezTo>
                        <a:pt x="52" y="58"/>
                        <a:pt x="54" y="62"/>
                        <a:pt x="48" y="73"/>
                      </a:cubicBezTo>
                      <a:close/>
                      <a:moveTo>
                        <a:pt x="79" y="89"/>
                      </a:moveTo>
                      <a:cubicBezTo>
                        <a:pt x="80" y="89"/>
                        <a:pt x="80" y="90"/>
                        <a:pt x="81" y="90"/>
                      </a:cubicBezTo>
                      <a:cubicBezTo>
                        <a:pt x="85" y="86"/>
                        <a:pt x="90" y="81"/>
                        <a:pt x="95" y="76"/>
                      </a:cubicBezTo>
                      <a:cubicBezTo>
                        <a:pt x="97" y="73"/>
                        <a:pt x="95" y="71"/>
                        <a:pt x="92" y="71"/>
                      </a:cubicBezTo>
                      <a:cubicBezTo>
                        <a:pt x="88" y="71"/>
                        <a:pt x="85" y="71"/>
                        <a:pt x="81" y="71"/>
                      </a:cubicBezTo>
                      <a:cubicBezTo>
                        <a:pt x="81" y="75"/>
                        <a:pt x="81" y="77"/>
                        <a:pt x="81" y="80"/>
                      </a:cubicBezTo>
                      <a:cubicBezTo>
                        <a:pt x="81" y="83"/>
                        <a:pt x="80" y="86"/>
                        <a:pt x="79" y="89"/>
                      </a:cubicBezTo>
                      <a:close/>
                      <a:moveTo>
                        <a:pt x="76" y="73"/>
                      </a:moveTo>
                      <a:cubicBezTo>
                        <a:pt x="73" y="74"/>
                        <a:pt x="71" y="75"/>
                        <a:pt x="69" y="77"/>
                      </a:cubicBezTo>
                      <a:cubicBezTo>
                        <a:pt x="68" y="77"/>
                        <a:pt x="67" y="78"/>
                        <a:pt x="67" y="79"/>
                      </a:cubicBezTo>
                      <a:cubicBezTo>
                        <a:pt x="67" y="84"/>
                        <a:pt x="68" y="88"/>
                        <a:pt x="68" y="92"/>
                      </a:cubicBezTo>
                      <a:cubicBezTo>
                        <a:pt x="74" y="91"/>
                        <a:pt x="77" y="83"/>
                        <a:pt x="76" y="73"/>
                      </a:cubicBezTo>
                      <a:close/>
                      <a:moveTo>
                        <a:pt x="63" y="81"/>
                      </a:moveTo>
                      <a:cubicBezTo>
                        <a:pt x="55" y="84"/>
                        <a:pt x="54" y="85"/>
                        <a:pt x="56" y="88"/>
                      </a:cubicBezTo>
                      <a:cubicBezTo>
                        <a:pt x="58" y="94"/>
                        <a:pt x="60" y="95"/>
                        <a:pt x="65" y="93"/>
                      </a:cubicBezTo>
                      <a:cubicBezTo>
                        <a:pt x="64" y="89"/>
                        <a:pt x="63" y="85"/>
                        <a:pt x="63" y="8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7" name="Freeform 14">
                  <a:extLst>
                    <a:ext uri="{FF2B5EF4-FFF2-40B4-BE49-F238E27FC236}">
                      <a16:creationId xmlns:a16="http://schemas.microsoft.com/office/drawing/2014/main" id="{EDF1A89C-87D3-4066-B020-1AF4B9A41344}"/>
                    </a:ext>
                  </a:extLst>
                </p:cNvPr>
                <p:cNvSpPr>
                  <a:spLocks/>
                </p:cNvSpPr>
                <p:nvPr/>
              </p:nvSpPr>
              <p:spPr bwMode="auto">
                <a:xfrm>
                  <a:off x="6259513" y="2578101"/>
                  <a:ext cx="68263" cy="182563"/>
                </a:xfrm>
                <a:custGeom>
                  <a:avLst/>
                  <a:gdLst>
                    <a:gd name="T0" fmla="*/ 9 w 16"/>
                    <a:gd name="T1" fmla="*/ 0 h 43"/>
                    <a:gd name="T2" fmla="*/ 15 w 16"/>
                    <a:gd name="T3" fmla="*/ 11 h 43"/>
                    <a:gd name="T4" fmla="*/ 9 w 16"/>
                    <a:gd name="T5" fmla="*/ 43 h 43"/>
                    <a:gd name="T6" fmla="*/ 2 w 16"/>
                    <a:gd name="T7" fmla="*/ 39 h 43"/>
                    <a:gd name="T8" fmla="*/ 0 w 16"/>
                    <a:gd name="T9" fmla="*/ 35 h 43"/>
                    <a:gd name="T10" fmla="*/ 9 w 16"/>
                    <a:gd name="T11" fmla="*/ 0 h 43"/>
                  </a:gdLst>
                  <a:ahLst/>
                  <a:cxnLst>
                    <a:cxn ang="0">
                      <a:pos x="T0" y="T1"/>
                    </a:cxn>
                    <a:cxn ang="0">
                      <a:pos x="T2" y="T3"/>
                    </a:cxn>
                    <a:cxn ang="0">
                      <a:pos x="T4" y="T5"/>
                    </a:cxn>
                    <a:cxn ang="0">
                      <a:pos x="T6" y="T7"/>
                    </a:cxn>
                    <a:cxn ang="0">
                      <a:pos x="T8" y="T9"/>
                    </a:cxn>
                    <a:cxn ang="0">
                      <a:pos x="T10" y="T11"/>
                    </a:cxn>
                  </a:cxnLst>
                  <a:rect l="0" t="0" r="r" b="b"/>
                  <a:pathLst>
                    <a:path w="16" h="43">
                      <a:moveTo>
                        <a:pt x="9" y="0"/>
                      </a:moveTo>
                      <a:cubicBezTo>
                        <a:pt x="15" y="3"/>
                        <a:pt x="16" y="6"/>
                        <a:pt x="15" y="11"/>
                      </a:cubicBezTo>
                      <a:cubicBezTo>
                        <a:pt x="12" y="21"/>
                        <a:pt x="11" y="32"/>
                        <a:pt x="9" y="43"/>
                      </a:cubicBezTo>
                      <a:cubicBezTo>
                        <a:pt x="6" y="41"/>
                        <a:pt x="4" y="40"/>
                        <a:pt x="2" y="39"/>
                      </a:cubicBezTo>
                      <a:cubicBezTo>
                        <a:pt x="1" y="38"/>
                        <a:pt x="0" y="37"/>
                        <a:pt x="0" y="35"/>
                      </a:cubicBezTo>
                      <a:cubicBezTo>
                        <a:pt x="3" y="24"/>
                        <a:pt x="6" y="12"/>
                        <a:pt x="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4" name="组合 43">
                <a:extLst>
                  <a:ext uri="{FF2B5EF4-FFF2-40B4-BE49-F238E27FC236}">
                    <a16:creationId xmlns:a16="http://schemas.microsoft.com/office/drawing/2014/main" id="{CD1C2EA2-DECB-4C4E-997D-8417E76BE944}"/>
                  </a:ext>
                </a:extLst>
              </p:cNvPr>
              <p:cNvGrpSpPr/>
              <p:nvPr/>
            </p:nvGrpSpPr>
            <p:grpSpPr>
              <a:xfrm>
                <a:off x="3173775" y="375308"/>
                <a:ext cx="396626" cy="341923"/>
                <a:chOff x="6186488" y="2930526"/>
                <a:chExt cx="368300" cy="317500"/>
              </a:xfrm>
              <a:solidFill>
                <a:schemeClr val="accent3"/>
              </a:solidFill>
            </p:grpSpPr>
            <p:sp>
              <p:nvSpPr>
                <p:cNvPr id="63" name="Freeform 18">
                  <a:extLst>
                    <a:ext uri="{FF2B5EF4-FFF2-40B4-BE49-F238E27FC236}">
                      <a16:creationId xmlns:a16="http://schemas.microsoft.com/office/drawing/2014/main" id="{58E0037C-7932-4788-ADA9-47256329EEB7}"/>
                    </a:ext>
                  </a:extLst>
                </p:cNvPr>
                <p:cNvSpPr>
                  <a:spLocks/>
                </p:cNvSpPr>
                <p:nvPr/>
              </p:nvSpPr>
              <p:spPr bwMode="auto">
                <a:xfrm>
                  <a:off x="6310313" y="2930526"/>
                  <a:ext cx="244475" cy="317500"/>
                </a:xfrm>
                <a:custGeom>
                  <a:avLst/>
                  <a:gdLst>
                    <a:gd name="T0" fmla="*/ 49 w 57"/>
                    <a:gd name="T1" fmla="*/ 74 h 75"/>
                    <a:gd name="T2" fmla="*/ 40 w 57"/>
                    <a:gd name="T3" fmla="*/ 67 h 75"/>
                    <a:gd name="T4" fmla="*/ 33 w 57"/>
                    <a:gd name="T5" fmla="*/ 48 h 75"/>
                    <a:gd name="T6" fmla="*/ 27 w 57"/>
                    <a:gd name="T7" fmla="*/ 46 h 75"/>
                    <a:gd name="T8" fmla="*/ 11 w 57"/>
                    <a:gd name="T9" fmla="*/ 60 h 75"/>
                    <a:gd name="T10" fmla="*/ 5 w 57"/>
                    <a:gd name="T11" fmla="*/ 60 h 75"/>
                    <a:gd name="T12" fmla="*/ 6 w 57"/>
                    <a:gd name="T13" fmla="*/ 46 h 75"/>
                    <a:gd name="T14" fmla="*/ 27 w 57"/>
                    <a:gd name="T15" fmla="*/ 26 h 75"/>
                    <a:gd name="T16" fmla="*/ 40 w 57"/>
                    <a:gd name="T17" fmla="*/ 10 h 75"/>
                    <a:gd name="T18" fmla="*/ 41 w 57"/>
                    <a:gd name="T19" fmla="*/ 6 h 75"/>
                    <a:gd name="T20" fmla="*/ 45 w 57"/>
                    <a:gd name="T21" fmla="*/ 0 h 75"/>
                    <a:gd name="T22" fmla="*/ 53 w 57"/>
                    <a:gd name="T23" fmla="*/ 3 h 75"/>
                    <a:gd name="T24" fmla="*/ 53 w 57"/>
                    <a:gd name="T25" fmla="*/ 20 h 75"/>
                    <a:gd name="T26" fmla="*/ 37 w 57"/>
                    <a:gd name="T27" fmla="*/ 38 h 75"/>
                    <a:gd name="T28" fmla="*/ 49 w 57"/>
                    <a:gd name="T29" fmla="*/ 74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7" h="75">
                      <a:moveTo>
                        <a:pt x="49" y="74"/>
                      </a:moveTo>
                      <a:cubicBezTo>
                        <a:pt x="43" y="75"/>
                        <a:pt x="41" y="72"/>
                        <a:pt x="40" y="67"/>
                      </a:cubicBezTo>
                      <a:cubicBezTo>
                        <a:pt x="38" y="61"/>
                        <a:pt x="35" y="54"/>
                        <a:pt x="33" y="48"/>
                      </a:cubicBezTo>
                      <a:cubicBezTo>
                        <a:pt x="32" y="45"/>
                        <a:pt x="30" y="44"/>
                        <a:pt x="27" y="46"/>
                      </a:cubicBezTo>
                      <a:cubicBezTo>
                        <a:pt x="22" y="51"/>
                        <a:pt x="16" y="55"/>
                        <a:pt x="11" y="60"/>
                      </a:cubicBezTo>
                      <a:cubicBezTo>
                        <a:pt x="8" y="63"/>
                        <a:pt x="7" y="62"/>
                        <a:pt x="5" y="60"/>
                      </a:cubicBezTo>
                      <a:cubicBezTo>
                        <a:pt x="0" y="54"/>
                        <a:pt x="0" y="51"/>
                        <a:pt x="6" y="46"/>
                      </a:cubicBezTo>
                      <a:cubicBezTo>
                        <a:pt x="13" y="39"/>
                        <a:pt x="20" y="33"/>
                        <a:pt x="27" y="26"/>
                      </a:cubicBezTo>
                      <a:cubicBezTo>
                        <a:pt x="32" y="21"/>
                        <a:pt x="36" y="15"/>
                        <a:pt x="40" y="10"/>
                      </a:cubicBezTo>
                      <a:cubicBezTo>
                        <a:pt x="40" y="9"/>
                        <a:pt x="41" y="7"/>
                        <a:pt x="41" y="6"/>
                      </a:cubicBezTo>
                      <a:cubicBezTo>
                        <a:pt x="40" y="3"/>
                        <a:pt x="42" y="0"/>
                        <a:pt x="45" y="0"/>
                      </a:cubicBezTo>
                      <a:cubicBezTo>
                        <a:pt x="48" y="0"/>
                        <a:pt x="51" y="1"/>
                        <a:pt x="53" y="3"/>
                      </a:cubicBezTo>
                      <a:cubicBezTo>
                        <a:pt x="57" y="6"/>
                        <a:pt x="57" y="16"/>
                        <a:pt x="53" y="20"/>
                      </a:cubicBezTo>
                      <a:cubicBezTo>
                        <a:pt x="48" y="26"/>
                        <a:pt x="42" y="32"/>
                        <a:pt x="37" y="38"/>
                      </a:cubicBezTo>
                      <a:cubicBezTo>
                        <a:pt x="44" y="49"/>
                        <a:pt x="49" y="61"/>
                        <a:pt x="49"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4" name="Freeform 19">
                  <a:extLst>
                    <a:ext uri="{FF2B5EF4-FFF2-40B4-BE49-F238E27FC236}">
                      <a16:creationId xmlns:a16="http://schemas.microsoft.com/office/drawing/2014/main" id="{B78F413E-1D51-491F-A6EC-02810949F837}"/>
                    </a:ext>
                  </a:extLst>
                </p:cNvPr>
                <p:cNvSpPr>
                  <a:spLocks/>
                </p:cNvSpPr>
                <p:nvPr/>
              </p:nvSpPr>
              <p:spPr bwMode="auto">
                <a:xfrm>
                  <a:off x="6186488" y="3009901"/>
                  <a:ext cx="123825" cy="234950"/>
                </a:xfrm>
                <a:custGeom>
                  <a:avLst/>
                  <a:gdLst>
                    <a:gd name="T0" fmla="*/ 12 w 29"/>
                    <a:gd name="T1" fmla="*/ 30 h 55"/>
                    <a:gd name="T2" fmla="*/ 20 w 29"/>
                    <a:gd name="T3" fmla="*/ 7 h 55"/>
                    <a:gd name="T4" fmla="*/ 25 w 29"/>
                    <a:gd name="T5" fmla="*/ 1 h 55"/>
                    <a:gd name="T6" fmla="*/ 26 w 29"/>
                    <a:gd name="T7" fmla="*/ 9 h 55"/>
                    <a:gd name="T8" fmla="*/ 16 w 29"/>
                    <a:gd name="T9" fmla="*/ 39 h 55"/>
                    <a:gd name="T10" fmla="*/ 13 w 29"/>
                    <a:gd name="T11" fmla="*/ 52 h 55"/>
                    <a:gd name="T12" fmla="*/ 7 w 29"/>
                    <a:gd name="T13" fmla="*/ 54 h 55"/>
                    <a:gd name="T14" fmla="*/ 2 w 29"/>
                    <a:gd name="T15" fmla="*/ 41 h 55"/>
                    <a:gd name="T16" fmla="*/ 3 w 29"/>
                    <a:gd name="T17" fmla="*/ 32 h 55"/>
                    <a:gd name="T18" fmla="*/ 2 w 29"/>
                    <a:gd name="T19" fmla="*/ 6 h 55"/>
                    <a:gd name="T20" fmla="*/ 6 w 29"/>
                    <a:gd name="T21" fmla="*/ 5 h 55"/>
                    <a:gd name="T22" fmla="*/ 10 w 29"/>
                    <a:gd name="T23" fmla="*/ 14 h 55"/>
                    <a:gd name="T24" fmla="*/ 11 w 29"/>
                    <a:gd name="T25" fmla="*/ 30 h 55"/>
                    <a:gd name="T26" fmla="*/ 12 w 29"/>
                    <a:gd name="T27" fmla="*/ 3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9" h="55">
                      <a:moveTo>
                        <a:pt x="12" y="30"/>
                      </a:moveTo>
                      <a:cubicBezTo>
                        <a:pt x="15" y="23"/>
                        <a:pt x="17" y="15"/>
                        <a:pt x="20" y="7"/>
                      </a:cubicBezTo>
                      <a:cubicBezTo>
                        <a:pt x="21" y="5"/>
                        <a:pt x="21" y="0"/>
                        <a:pt x="25" y="1"/>
                      </a:cubicBezTo>
                      <a:cubicBezTo>
                        <a:pt x="29" y="2"/>
                        <a:pt x="27" y="6"/>
                        <a:pt x="26" y="9"/>
                      </a:cubicBezTo>
                      <a:cubicBezTo>
                        <a:pt x="23" y="19"/>
                        <a:pt x="19" y="29"/>
                        <a:pt x="16" y="39"/>
                      </a:cubicBezTo>
                      <a:cubicBezTo>
                        <a:pt x="15" y="43"/>
                        <a:pt x="14" y="48"/>
                        <a:pt x="13" y="52"/>
                      </a:cubicBezTo>
                      <a:cubicBezTo>
                        <a:pt x="12" y="55"/>
                        <a:pt x="10" y="55"/>
                        <a:pt x="7" y="54"/>
                      </a:cubicBezTo>
                      <a:cubicBezTo>
                        <a:pt x="1" y="50"/>
                        <a:pt x="0" y="49"/>
                        <a:pt x="2" y="41"/>
                      </a:cubicBezTo>
                      <a:cubicBezTo>
                        <a:pt x="3" y="38"/>
                        <a:pt x="3" y="35"/>
                        <a:pt x="3" y="32"/>
                      </a:cubicBezTo>
                      <a:cubicBezTo>
                        <a:pt x="3" y="23"/>
                        <a:pt x="2" y="15"/>
                        <a:pt x="2" y="6"/>
                      </a:cubicBezTo>
                      <a:cubicBezTo>
                        <a:pt x="2" y="3"/>
                        <a:pt x="5" y="3"/>
                        <a:pt x="6" y="5"/>
                      </a:cubicBezTo>
                      <a:cubicBezTo>
                        <a:pt x="8" y="7"/>
                        <a:pt x="10" y="11"/>
                        <a:pt x="10" y="14"/>
                      </a:cubicBezTo>
                      <a:cubicBezTo>
                        <a:pt x="11" y="19"/>
                        <a:pt x="11" y="25"/>
                        <a:pt x="11" y="30"/>
                      </a:cubicBezTo>
                      <a:cubicBezTo>
                        <a:pt x="11" y="30"/>
                        <a:pt x="12" y="30"/>
                        <a:pt x="12"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65" name="Freeform 20">
                  <a:extLst>
                    <a:ext uri="{FF2B5EF4-FFF2-40B4-BE49-F238E27FC236}">
                      <a16:creationId xmlns:a16="http://schemas.microsoft.com/office/drawing/2014/main" id="{28D425C4-CE02-4413-BBE1-2E9FA0CC0E90}"/>
                    </a:ext>
                  </a:extLst>
                </p:cNvPr>
                <p:cNvSpPr>
                  <a:spLocks/>
                </p:cNvSpPr>
                <p:nvPr/>
              </p:nvSpPr>
              <p:spPr bwMode="auto">
                <a:xfrm>
                  <a:off x="6259513" y="2933701"/>
                  <a:ext cx="114300" cy="73025"/>
                </a:xfrm>
                <a:custGeom>
                  <a:avLst/>
                  <a:gdLst>
                    <a:gd name="T0" fmla="*/ 27 w 27"/>
                    <a:gd name="T1" fmla="*/ 1 h 17"/>
                    <a:gd name="T2" fmla="*/ 16 w 27"/>
                    <a:gd name="T3" fmla="*/ 14 h 17"/>
                    <a:gd name="T4" fmla="*/ 5 w 27"/>
                    <a:gd name="T5" fmla="*/ 13 h 17"/>
                    <a:gd name="T6" fmla="*/ 0 w 27"/>
                    <a:gd name="T7" fmla="*/ 4 h 17"/>
                    <a:gd name="T8" fmla="*/ 9 w 27"/>
                    <a:gd name="T9" fmla="*/ 2 h 17"/>
                    <a:gd name="T10" fmla="*/ 27 w 27"/>
                    <a:gd name="T11" fmla="*/ 0 h 17"/>
                    <a:gd name="T12" fmla="*/ 27 w 27"/>
                    <a:gd name="T13" fmla="*/ 1 h 17"/>
                  </a:gdLst>
                  <a:ahLst/>
                  <a:cxnLst>
                    <a:cxn ang="0">
                      <a:pos x="T0" y="T1"/>
                    </a:cxn>
                    <a:cxn ang="0">
                      <a:pos x="T2" y="T3"/>
                    </a:cxn>
                    <a:cxn ang="0">
                      <a:pos x="T4" y="T5"/>
                    </a:cxn>
                    <a:cxn ang="0">
                      <a:pos x="T6" y="T7"/>
                    </a:cxn>
                    <a:cxn ang="0">
                      <a:pos x="T8" y="T9"/>
                    </a:cxn>
                    <a:cxn ang="0">
                      <a:pos x="T10" y="T11"/>
                    </a:cxn>
                    <a:cxn ang="0">
                      <a:pos x="T12" y="T13"/>
                    </a:cxn>
                  </a:cxnLst>
                  <a:rect l="0" t="0" r="r" b="b"/>
                  <a:pathLst>
                    <a:path w="27" h="17">
                      <a:moveTo>
                        <a:pt x="27" y="1"/>
                      </a:moveTo>
                      <a:cubicBezTo>
                        <a:pt x="24" y="6"/>
                        <a:pt x="20" y="10"/>
                        <a:pt x="16" y="14"/>
                      </a:cubicBezTo>
                      <a:cubicBezTo>
                        <a:pt x="14" y="17"/>
                        <a:pt x="8" y="16"/>
                        <a:pt x="5" y="13"/>
                      </a:cubicBezTo>
                      <a:cubicBezTo>
                        <a:pt x="3" y="10"/>
                        <a:pt x="1" y="7"/>
                        <a:pt x="0" y="4"/>
                      </a:cubicBezTo>
                      <a:cubicBezTo>
                        <a:pt x="3" y="3"/>
                        <a:pt x="6" y="2"/>
                        <a:pt x="9" y="2"/>
                      </a:cubicBezTo>
                      <a:cubicBezTo>
                        <a:pt x="15" y="1"/>
                        <a:pt x="21" y="1"/>
                        <a:pt x="27" y="0"/>
                      </a:cubicBezTo>
                      <a:cubicBezTo>
                        <a:pt x="27" y="1"/>
                        <a:pt x="27" y="1"/>
                        <a:pt x="2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nvGrpSpPr>
              <p:cNvPr id="45" name="组合 44"/>
              <p:cNvGrpSpPr/>
              <p:nvPr/>
            </p:nvGrpSpPr>
            <p:grpSpPr>
              <a:xfrm>
                <a:off x="4613354" y="313344"/>
                <a:ext cx="474313" cy="479486"/>
                <a:chOff x="11893474" y="1994534"/>
                <a:chExt cx="286683" cy="289808"/>
              </a:xfrm>
              <a:solidFill>
                <a:schemeClr val="accent3"/>
              </a:solidFill>
            </p:grpSpPr>
            <p:sp>
              <p:nvSpPr>
                <p:cNvPr id="46" name="Freeform 11">
                  <a:extLst>
                    <a:ext uri="{FF2B5EF4-FFF2-40B4-BE49-F238E27FC236}">
                      <a16:creationId xmlns:a16="http://schemas.microsoft.com/office/drawing/2014/main" id="{9E7CBDC3-9BA0-4307-8967-3267E5966ED9}"/>
                    </a:ext>
                  </a:extLst>
                </p:cNvPr>
                <p:cNvSpPr>
                  <a:spLocks noEditPoints="1"/>
                </p:cNvSpPr>
                <p:nvPr/>
              </p:nvSpPr>
              <p:spPr bwMode="auto">
                <a:xfrm>
                  <a:off x="11976099" y="1994534"/>
                  <a:ext cx="204058" cy="285679"/>
                </a:xfrm>
                <a:custGeom>
                  <a:avLst/>
                  <a:gdLst>
                    <a:gd name="T0" fmla="*/ 29 w 72"/>
                    <a:gd name="T1" fmla="*/ 49 h 102"/>
                    <a:gd name="T2" fmla="*/ 15 w 72"/>
                    <a:gd name="T3" fmla="*/ 43 h 102"/>
                    <a:gd name="T4" fmla="*/ 10 w 72"/>
                    <a:gd name="T5" fmla="*/ 21 h 102"/>
                    <a:gd name="T6" fmla="*/ 13 w 72"/>
                    <a:gd name="T7" fmla="*/ 15 h 102"/>
                    <a:gd name="T8" fmla="*/ 19 w 72"/>
                    <a:gd name="T9" fmla="*/ 18 h 102"/>
                    <a:gd name="T10" fmla="*/ 20 w 72"/>
                    <a:gd name="T11" fmla="*/ 26 h 102"/>
                    <a:gd name="T12" fmla="*/ 35 w 72"/>
                    <a:gd name="T13" fmla="*/ 22 h 102"/>
                    <a:gd name="T14" fmla="*/ 40 w 72"/>
                    <a:gd name="T15" fmla="*/ 16 h 102"/>
                    <a:gd name="T16" fmla="*/ 43 w 72"/>
                    <a:gd name="T17" fmla="*/ 14 h 102"/>
                    <a:gd name="T18" fmla="*/ 44 w 72"/>
                    <a:gd name="T19" fmla="*/ 19 h 102"/>
                    <a:gd name="T20" fmla="*/ 43 w 72"/>
                    <a:gd name="T21" fmla="*/ 28 h 102"/>
                    <a:gd name="T22" fmla="*/ 36 w 72"/>
                    <a:gd name="T23" fmla="*/ 40 h 102"/>
                    <a:gd name="T24" fmla="*/ 37 w 72"/>
                    <a:gd name="T25" fmla="*/ 42 h 102"/>
                    <a:gd name="T26" fmla="*/ 44 w 72"/>
                    <a:gd name="T27" fmla="*/ 38 h 102"/>
                    <a:gd name="T28" fmla="*/ 56 w 72"/>
                    <a:gd name="T29" fmla="*/ 20 h 102"/>
                    <a:gd name="T30" fmla="*/ 49 w 72"/>
                    <a:gd name="T31" fmla="*/ 9 h 102"/>
                    <a:gd name="T32" fmla="*/ 28 w 72"/>
                    <a:gd name="T33" fmla="*/ 14 h 102"/>
                    <a:gd name="T34" fmla="*/ 20 w 72"/>
                    <a:gd name="T35" fmla="*/ 13 h 102"/>
                    <a:gd name="T36" fmla="*/ 22 w 72"/>
                    <a:gd name="T37" fmla="*/ 6 h 102"/>
                    <a:gd name="T38" fmla="*/ 50 w 72"/>
                    <a:gd name="T39" fmla="*/ 1 h 102"/>
                    <a:gd name="T40" fmla="*/ 68 w 72"/>
                    <a:gd name="T41" fmla="*/ 12 h 102"/>
                    <a:gd name="T42" fmla="*/ 67 w 72"/>
                    <a:gd name="T43" fmla="*/ 24 h 102"/>
                    <a:gd name="T44" fmla="*/ 49 w 72"/>
                    <a:gd name="T45" fmla="*/ 48 h 102"/>
                    <a:gd name="T46" fmla="*/ 42 w 72"/>
                    <a:gd name="T47" fmla="*/ 49 h 102"/>
                    <a:gd name="T48" fmla="*/ 37 w 72"/>
                    <a:gd name="T49" fmla="*/ 47 h 102"/>
                    <a:gd name="T50" fmla="*/ 35 w 72"/>
                    <a:gd name="T51" fmla="*/ 52 h 102"/>
                    <a:gd name="T52" fmla="*/ 41 w 72"/>
                    <a:gd name="T53" fmla="*/ 58 h 102"/>
                    <a:gd name="T54" fmla="*/ 48 w 72"/>
                    <a:gd name="T55" fmla="*/ 57 h 102"/>
                    <a:gd name="T56" fmla="*/ 53 w 72"/>
                    <a:gd name="T57" fmla="*/ 59 h 102"/>
                    <a:gd name="T58" fmla="*/ 53 w 72"/>
                    <a:gd name="T59" fmla="*/ 66 h 102"/>
                    <a:gd name="T60" fmla="*/ 48 w 72"/>
                    <a:gd name="T61" fmla="*/ 70 h 102"/>
                    <a:gd name="T62" fmla="*/ 37 w 72"/>
                    <a:gd name="T63" fmla="*/ 81 h 102"/>
                    <a:gd name="T64" fmla="*/ 45 w 72"/>
                    <a:gd name="T65" fmla="*/ 81 h 102"/>
                    <a:gd name="T66" fmla="*/ 57 w 72"/>
                    <a:gd name="T67" fmla="*/ 89 h 102"/>
                    <a:gd name="T68" fmla="*/ 51 w 72"/>
                    <a:gd name="T69" fmla="*/ 98 h 102"/>
                    <a:gd name="T70" fmla="*/ 26 w 72"/>
                    <a:gd name="T71" fmla="*/ 101 h 102"/>
                    <a:gd name="T72" fmla="*/ 17 w 72"/>
                    <a:gd name="T73" fmla="*/ 96 h 102"/>
                    <a:gd name="T74" fmla="*/ 15 w 72"/>
                    <a:gd name="T75" fmla="*/ 94 h 102"/>
                    <a:gd name="T76" fmla="*/ 19 w 72"/>
                    <a:gd name="T77" fmla="*/ 77 h 102"/>
                    <a:gd name="T78" fmla="*/ 27 w 72"/>
                    <a:gd name="T79" fmla="*/ 70 h 102"/>
                    <a:gd name="T80" fmla="*/ 27 w 72"/>
                    <a:gd name="T81" fmla="*/ 69 h 102"/>
                    <a:gd name="T82" fmla="*/ 21 w 72"/>
                    <a:gd name="T83" fmla="*/ 71 h 102"/>
                    <a:gd name="T84" fmla="*/ 9 w 72"/>
                    <a:gd name="T85" fmla="*/ 76 h 102"/>
                    <a:gd name="T86" fmla="*/ 3 w 72"/>
                    <a:gd name="T87" fmla="*/ 75 h 102"/>
                    <a:gd name="T88" fmla="*/ 4 w 72"/>
                    <a:gd name="T89" fmla="*/ 69 h 102"/>
                    <a:gd name="T90" fmla="*/ 26 w 72"/>
                    <a:gd name="T91" fmla="*/ 60 h 102"/>
                    <a:gd name="T92" fmla="*/ 28 w 72"/>
                    <a:gd name="T93" fmla="*/ 57 h 102"/>
                    <a:gd name="T94" fmla="*/ 29 w 72"/>
                    <a:gd name="T95" fmla="*/ 49 h 102"/>
                    <a:gd name="T96" fmla="*/ 34 w 72"/>
                    <a:gd name="T97" fmla="*/ 29 h 102"/>
                    <a:gd name="T98" fmla="*/ 33 w 72"/>
                    <a:gd name="T99" fmla="*/ 28 h 102"/>
                    <a:gd name="T100" fmla="*/ 26 w 72"/>
                    <a:gd name="T101" fmla="*/ 32 h 102"/>
                    <a:gd name="T102" fmla="*/ 23 w 72"/>
                    <a:gd name="T103" fmla="*/ 36 h 102"/>
                    <a:gd name="T104" fmla="*/ 26 w 72"/>
                    <a:gd name="T105" fmla="*/ 42 h 102"/>
                    <a:gd name="T106" fmla="*/ 31 w 72"/>
                    <a:gd name="T107" fmla="*/ 40 h 102"/>
                    <a:gd name="T108" fmla="*/ 34 w 72"/>
                    <a:gd name="T109" fmla="*/ 29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72" h="102">
                      <a:moveTo>
                        <a:pt x="29" y="49"/>
                      </a:moveTo>
                      <a:cubicBezTo>
                        <a:pt x="19" y="52"/>
                        <a:pt x="18" y="52"/>
                        <a:pt x="15" y="43"/>
                      </a:cubicBezTo>
                      <a:cubicBezTo>
                        <a:pt x="13" y="36"/>
                        <a:pt x="11" y="28"/>
                        <a:pt x="10" y="21"/>
                      </a:cubicBezTo>
                      <a:cubicBezTo>
                        <a:pt x="9" y="19"/>
                        <a:pt x="11" y="16"/>
                        <a:pt x="13" y="15"/>
                      </a:cubicBezTo>
                      <a:cubicBezTo>
                        <a:pt x="16" y="13"/>
                        <a:pt x="18" y="16"/>
                        <a:pt x="19" y="18"/>
                      </a:cubicBezTo>
                      <a:cubicBezTo>
                        <a:pt x="19" y="21"/>
                        <a:pt x="20" y="23"/>
                        <a:pt x="20" y="26"/>
                      </a:cubicBezTo>
                      <a:cubicBezTo>
                        <a:pt x="26" y="25"/>
                        <a:pt x="31" y="24"/>
                        <a:pt x="35" y="22"/>
                      </a:cubicBezTo>
                      <a:cubicBezTo>
                        <a:pt x="37" y="21"/>
                        <a:pt x="38" y="18"/>
                        <a:pt x="40" y="16"/>
                      </a:cubicBezTo>
                      <a:cubicBezTo>
                        <a:pt x="41" y="15"/>
                        <a:pt x="42" y="14"/>
                        <a:pt x="43" y="14"/>
                      </a:cubicBezTo>
                      <a:cubicBezTo>
                        <a:pt x="44" y="15"/>
                        <a:pt x="44" y="17"/>
                        <a:pt x="44" y="19"/>
                      </a:cubicBezTo>
                      <a:cubicBezTo>
                        <a:pt x="44" y="22"/>
                        <a:pt x="43" y="25"/>
                        <a:pt x="43" y="28"/>
                      </a:cubicBezTo>
                      <a:cubicBezTo>
                        <a:pt x="37" y="29"/>
                        <a:pt x="39" y="36"/>
                        <a:pt x="36" y="40"/>
                      </a:cubicBezTo>
                      <a:cubicBezTo>
                        <a:pt x="36" y="41"/>
                        <a:pt x="37" y="41"/>
                        <a:pt x="37" y="42"/>
                      </a:cubicBezTo>
                      <a:cubicBezTo>
                        <a:pt x="39" y="41"/>
                        <a:pt x="42" y="40"/>
                        <a:pt x="44" y="38"/>
                      </a:cubicBezTo>
                      <a:cubicBezTo>
                        <a:pt x="48" y="32"/>
                        <a:pt x="52" y="26"/>
                        <a:pt x="56" y="20"/>
                      </a:cubicBezTo>
                      <a:cubicBezTo>
                        <a:pt x="59" y="15"/>
                        <a:pt x="56" y="9"/>
                        <a:pt x="49" y="9"/>
                      </a:cubicBezTo>
                      <a:cubicBezTo>
                        <a:pt x="42" y="8"/>
                        <a:pt x="34" y="10"/>
                        <a:pt x="28" y="14"/>
                      </a:cubicBezTo>
                      <a:cubicBezTo>
                        <a:pt x="25" y="16"/>
                        <a:pt x="22" y="15"/>
                        <a:pt x="20" y="13"/>
                      </a:cubicBezTo>
                      <a:cubicBezTo>
                        <a:pt x="17" y="9"/>
                        <a:pt x="17" y="7"/>
                        <a:pt x="22" y="6"/>
                      </a:cubicBezTo>
                      <a:cubicBezTo>
                        <a:pt x="31" y="3"/>
                        <a:pt x="40" y="0"/>
                        <a:pt x="50" y="1"/>
                      </a:cubicBezTo>
                      <a:cubicBezTo>
                        <a:pt x="58" y="1"/>
                        <a:pt x="63" y="7"/>
                        <a:pt x="68" y="12"/>
                      </a:cubicBezTo>
                      <a:cubicBezTo>
                        <a:pt x="72" y="15"/>
                        <a:pt x="70" y="20"/>
                        <a:pt x="67" y="24"/>
                      </a:cubicBezTo>
                      <a:cubicBezTo>
                        <a:pt x="61" y="32"/>
                        <a:pt x="55" y="40"/>
                        <a:pt x="49" y="48"/>
                      </a:cubicBezTo>
                      <a:cubicBezTo>
                        <a:pt x="47" y="51"/>
                        <a:pt x="45" y="52"/>
                        <a:pt x="42" y="49"/>
                      </a:cubicBezTo>
                      <a:cubicBezTo>
                        <a:pt x="41" y="48"/>
                        <a:pt x="38" y="47"/>
                        <a:pt x="37" y="47"/>
                      </a:cubicBezTo>
                      <a:cubicBezTo>
                        <a:pt x="36" y="48"/>
                        <a:pt x="35" y="50"/>
                        <a:pt x="35" y="52"/>
                      </a:cubicBezTo>
                      <a:cubicBezTo>
                        <a:pt x="34" y="59"/>
                        <a:pt x="34" y="59"/>
                        <a:pt x="41" y="58"/>
                      </a:cubicBezTo>
                      <a:cubicBezTo>
                        <a:pt x="43" y="57"/>
                        <a:pt x="46" y="56"/>
                        <a:pt x="48" y="57"/>
                      </a:cubicBezTo>
                      <a:cubicBezTo>
                        <a:pt x="50" y="57"/>
                        <a:pt x="53" y="58"/>
                        <a:pt x="53" y="59"/>
                      </a:cubicBezTo>
                      <a:cubicBezTo>
                        <a:pt x="54" y="61"/>
                        <a:pt x="54" y="64"/>
                        <a:pt x="53" y="66"/>
                      </a:cubicBezTo>
                      <a:cubicBezTo>
                        <a:pt x="52" y="68"/>
                        <a:pt x="50" y="69"/>
                        <a:pt x="48" y="70"/>
                      </a:cubicBezTo>
                      <a:cubicBezTo>
                        <a:pt x="44" y="73"/>
                        <a:pt x="39" y="75"/>
                        <a:pt x="37" y="81"/>
                      </a:cubicBezTo>
                      <a:cubicBezTo>
                        <a:pt x="40" y="81"/>
                        <a:pt x="43" y="81"/>
                        <a:pt x="45" y="81"/>
                      </a:cubicBezTo>
                      <a:cubicBezTo>
                        <a:pt x="51" y="81"/>
                        <a:pt x="56" y="84"/>
                        <a:pt x="57" y="89"/>
                      </a:cubicBezTo>
                      <a:cubicBezTo>
                        <a:pt x="58" y="93"/>
                        <a:pt x="55" y="97"/>
                        <a:pt x="51" y="98"/>
                      </a:cubicBezTo>
                      <a:cubicBezTo>
                        <a:pt x="43" y="99"/>
                        <a:pt x="35" y="100"/>
                        <a:pt x="26" y="101"/>
                      </a:cubicBezTo>
                      <a:cubicBezTo>
                        <a:pt x="22" y="102"/>
                        <a:pt x="19" y="100"/>
                        <a:pt x="17" y="96"/>
                      </a:cubicBezTo>
                      <a:cubicBezTo>
                        <a:pt x="16" y="96"/>
                        <a:pt x="16" y="95"/>
                        <a:pt x="15" y="94"/>
                      </a:cubicBezTo>
                      <a:cubicBezTo>
                        <a:pt x="11" y="84"/>
                        <a:pt x="11" y="84"/>
                        <a:pt x="19" y="77"/>
                      </a:cubicBezTo>
                      <a:cubicBezTo>
                        <a:pt x="22" y="75"/>
                        <a:pt x="24" y="72"/>
                        <a:pt x="27" y="70"/>
                      </a:cubicBezTo>
                      <a:cubicBezTo>
                        <a:pt x="27" y="70"/>
                        <a:pt x="27" y="69"/>
                        <a:pt x="27" y="69"/>
                      </a:cubicBezTo>
                      <a:cubicBezTo>
                        <a:pt x="25" y="69"/>
                        <a:pt x="23" y="70"/>
                        <a:pt x="21" y="71"/>
                      </a:cubicBezTo>
                      <a:cubicBezTo>
                        <a:pt x="17" y="72"/>
                        <a:pt x="13" y="74"/>
                        <a:pt x="9" y="76"/>
                      </a:cubicBezTo>
                      <a:cubicBezTo>
                        <a:pt x="7" y="76"/>
                        <a:pt x="5" y="76"/>
                        <a:pt x="3" y="75"/>
                      </a:cubicBezTo>
                      <a:cubicBezTo>
                        <a:pt x="0" y="72"/>
                        <a:pt x="0" y="71"/>
                        <a:pt x="4" y="69"/>
                      </a:cubicBezTo>
                      <a:cubicBezTo>
                        <a:pt x="12" y="66"/>
                        <a:pt x="19" y="63"/>
                        <a:pt x="26" y="60"/>
                      </a:cubicBezTo>
                      <a:cubicBezTo>
                        <a:pt x="27" y="60"/>
                        <a:pt x="28" y="58"/>
                        <a:pt x="28" y="57"/>
                      </a:cubicBezTo>
                      <a:cubicBezTo>
                        <a:pt x="29" y="55"/>
                        <a:pt x="29" y="52"/>
                        <a:pt x="29" y="49"/>
                      </a:cubicBezTo>
                      <a:close/>
                      <a:moveTo>
                        <a:pt x="34" y="29"/>
                      </a:moveTo>
                      <a:cubicBezTo>
                        <a:pt x="34" y="29"/>
                        <a:pt x="34" y="29"/>
                        <a:pt x="33" y="28"/>
                      </a:cubicBezTo>
                      <a:cubicBezTo>
                        <a:pt x="31" y="29"/>
                        <a:pt x="28" y="30"/>
                        <a:pt x="26" y="32"/>
                      </a:cubicBezTo>
                      <a:cubicBezTo>
                        <a:pt x="24" y="32"/>
                        <a:pt x="22" y="34"/>
                        <a:pt x="23" y="36"/>
                      </a:cubicBezTo>
                      <a:cubicBezTo>
                        <a:pt x="23" y="38"/>
                        <a:pt x="25" y="40"/>
                        <a:pt x="26" y="42"/>
                      </a:cubicBezTo>
                      <a:cubicBezTo>
                        <a:pt x="27" y="42"/>
                        <a:pt x="30" y="41"/>
                        <a:pt x="31" y="40"/>
                      </a:cubicBezTo>
                      <a:cubicBezTo>
                        <a:pt x="32" y="37"/>
                        <a:pt x="33" y="33"/>
                        <a:pt x="34" y="2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sp>
              <p:nvSpPr>
                <p:cNvPr id="47" name="Freeform 12">
                  <a:extLst>
                    <a:ext uri="{FF2B5EF4-FFF2-40B4-BE49-F238E27FC236}">
                      <a16:creationId xmlns:a16="http://schemas.microsoft.com/office/drawing/2014/main" id="{D88D9717-3185-4A77-8E18-2A8659D441F7}"/>
                    </a:ext>
                  </a:extLst>
                </p:cNvPr>
                <p:cNvSpPr>
                  <a:spLocks/>
                </p:cNvSpPr>
                <p:nvPr/>
              </p:nvSpPr>
              <p:spPr bwMode="auto">
                <a:xfrm>
                  <a:off x="11893474" y="2009126"/>
                  <a:ext cx="109877" cy="275216"/>
                </a:xfrm>
                <a:custGeom>
                  <a:avLst/>
                  <a:gdLst>
                    <a:gd name="T0" fmla="*/ 30 w 39"/>
                    <a:gd name="T1" fmla="*/ 44 h 98"/>
                    <a:gd name="T2" fmla="*/ 36 w 39"/>
                    <a:gd name="T3" fmla="*/ 34 h 98"/>
                    <a:gd name="T4" fmla="*/ 37 w 39"/>
                    <a:gd name="T5" fmla="*/ 51 h 98"/>
                    <a:gd name="T6" fmla="*/ 25 w 39"/>
                    <a:gd name="T7" fmla="*/ 82 h 98"/>
                    <a:gd name="T8" fmla="*/ 21 w 39"/>
                    <a:gd name="T9" fmla="*/ 98 h 98"/>
                    <a:gd name="T10" fmla="*/ 13 w 39"/>
                    <a:gd name="T11" fmla="*/ 96 h 98"/>
                    <a:gd name="T12" fmla="*/ 5 w 39"/>
                    <a:gd name="T13" fmla="*/ 83 h 98"/>
                    <a:gd name="T14" fmla="*/ 11 w 39"/>
                    <a:gd name="T15" fmla="*/ 62 h 98"/>
                    <a:gd name="T16" fmla="*/ 9 w 39"/>
                    <a:gd name="T17" fmla="*/ 43 h 98"/>
                    <a:gd name="T18" fmla="*/ 12 w 39"/>
                    <a:gd name="T19" fmla="*/ 38 h 98"/>
                    <a:gd name="T20" fmla="*/ 18 w 39"/>
                    <a:gd name="T21" fmla="*/ 33 h 98"/>
                    <a:gd name="T22" fmla="*/ 23 w 39"/>
                    <a:gd name="T23" fmla="*/ 12 h 98"/>
                    <a:gd name="T24" fmla="*/ 11 w 39"/>
                    <a:gd name="T25" fmla="*/ 16 h 98"/>
                    <a:gd name="T26" fmla="*/ 2 w 39"/>
                    <a:gd name="T27" fmla="*/ 16 h 98"/>
                    <a:gd name="T28" fmla="*/ 0 w 39"/>
                    <a:gd name="T29" fmla="*/ 12 h 98"/>
                    <a:gd name="T30" fmla="*/ 3 w 39"/>
                    <a:gd name="T31" fmla="*/ 10 h 98"/>
                    <a:gd name="T32" fmla="*/ 16 w 39"/>
                    <a:gd name="T33" fmla="*/ 7 h 98"/>
                    <a:gd name="T34" fmla="*/ 26 w 39"/>
                    <a:gd name="T35" fmla="*/ 2 h 98"/>
                    <a:gd name="T36" fmla="*/ 32 w 39"/>
                    <a:gd name="T37" fmla="*/ 1 h 98"/>
                    <a:gd name="T38" fmla="*/ 35 w 39"/>
                    <a:gd name="T39" fmla="*/ 9 h 98"/>
                    <a:gd name="T40" fmla="*/ 34 w 39"/>
                    <a:gd name="T41" fmla="*/ 11 h 98"/>
                    <a:gd name="T42" fmla="*/ 27 w 39"/>
                    <a:gd name="T43" fmla="*/ 38 h 98"/>
                    <a:gd name="T44" fmla="*/ 28 w 39"/>
                    <a:gd name="T45" fmla="*/ 44 h 98"/>
                    <a:gd name="T46" fmla="*/ 30 w 39"/>
                    <a:gd name="T47" fmla="*/ 44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98">
                      <a:moveTo>
                        <a:pt x="30" y="44"/>
                      </a:moveTo>
                      <a:cubicBezTo>
                        <a:pt x="32" y="41"/>
                        <a:pt x="34" y="38"/>
                        <a:pt x="36" y="34"/>
                      </a:cubicBezTo>
                      <a:cubicBezTo>
                        <a:pt x="37" y="40"/>
                        <a:pt x="39" y="45"/>
                        <a:pt x="37" y="51"/>
                      </a:cubicBezTo>
                      <a:cubicBezTo>
                        <a:pt x="33" y="61"/>
                        <a:pt x="29" y="72"/>
                        <a:pt x="25" y="82"/>
                      </a:cubicBezTo>
                      <a:cubicBezTo>
                        <a:pt x="23" y="87"/>
                        <a:pt x="23" y="92"/>
                        <a:pt x="21" y="98"/>
                      </a:cubicBezTo>
                      <a:cubicBezTo>
                        <a:pt x="18" y="97"/>
                        <a:pt x="15" y="97"/>
                        <a:pt x="13" y="96"/>
                      </a:cubicBezTo>
                      <a:cubicBezTo>
                        <a:pt x="7" y="94"/>
                        <a:pt x="3" y="89"/>
                        <a:pt x="5" y="83"/>
                      </a:cubicBezTo>
                      <a:cubicBezTo>
                        <a:pt x="7" y="76"/>
                        <a:pt x="9" y="69"/>
                        <a:pt x="11" y="62"/>
                      </a:cubicBezTo>
                      <a:cubicBezTo>
                        <a:pt x="13" y="56"/>
                        <a:pt x="14" y="49"/>
                        <a:pt x="9" y="43"/>
                      </a:cubicBezTo>
                      <a:cubicBezTo>
                        <a:pt x="7" y="39"/>
                        <a:pt x="9" y="38"/>
                        <a:pt x="12" y="38"/>
                      </a:cubicBezTo>
                      <a:cubicBezTo>
                        <a:pt x="17" y="39"/>
                        <a:pt x="17" y="37"/>
                        <a:pt x="18" y="33"/>
                      </a:cubicBezTo>
                      <a:cubicBezTo>
                        <a:pt x="19" y="26"/>
                        <a:pt x="21" y="20"/>
                        <a:pt x="23" y="12"/>
                      </a:cubicBezTo>
                      <a:cubicBezTo>
                        <a:pt x="19" y="13"/>
                        <a:pt x="15" y="15"/>
                        <a:pt x="11" y="16"/>
                      </a:cubicBezTo>
                      <a:cubicBezTo>
                        <a:pt x="8" y="17"/>
                        <a:pt x="5" y="16"/>
                        <a:pt x="2" y="16"/>
                      </a:cubicBezTo>
                      <a:cubicBezTo>
                        <a:pt x="1" y="15"/>
                        <a:pt x="0" y="13"/>
                        <a:pt x="0" y="12"/>
                      </a:cubicBezTo>
                      <a:cubicBezTo>
                        <a:pt x="1" y="11"/>
                        <a:pt x="2" y="10"/>
                        <a:pt x="3" y="10"/>
                      </a:cubicBezTo>
                      <a:cubicBezTo>
                        <a:pt x="7" y="8"/>
                        <a:pt x="12" y="8"/>
                        <a:pt x="16" y="7"/>
                      </a:cubicBezTo>
                      <a:cubicBezTo>
                        <a:pt x="19" y="5"/>
                        <a:pt x="22" y="3"/>
                        <a:pt x="26" y="2"/>
                      </a:cubicBezTo>
                      <a:cubicBezTo>
                        <a:pt x="28" y="1"/>
                        <a:pt x="32" y="0"/>
                        <a:pt x="32" y="1"/>
                      </a:cubicBezTo>
                      <a:cubicBezTo>
                        <a:pt x="34" y="3"/>
                        <a:pt x="35" y="6"/>
                        <a:pt x="35" y="9"/>
                      </a:cubicBezTo>
                      <a:cubicBezTo>
                        <a:pt x="36" y="9"/>
                        <a:pt x="35" y="10"/>
                        <a:pt x="34" y="11"/>
                      </a:cubicBezTo>
                      <a:cubicBezTo>
                        <a:pt x="27" y="19"/>
                        <a:pt x="28" y="29"/>
                        <a:pt x="27" y="38"/>
                      </a:cubicBezTo>
                      <a:cubicBezTo>
                        <a:pt x="27" y="40"/>
                        <a:pt x="28" y="42"/>
                        <a:pt x="28" y="44"/>
                      </a:cubicBezTo>
                      <a:cubicBezTo>
                        <a:pt x="29" y="44"/>
                        <a:pt x="29" y="44"/>
                        <a:pt x="30" y="4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grpSp>
      </p:grpSp>
    </p:spTree>
    <p:extLst>
      <p:ext uri="{BB962C8B-B14F-4D97-AF65-F5344CB8AC3E}">
        <p14:creationId xmlns:p14="http://schemas.microsoft.com/office/powerpoint/2010/main" val="4142809052"/>
      </p:ext>
    </p:extLst>
  </p:cSld>
  <p:clrMapOvr>
    <a:masterClrMapping/>
  </p:clrMapOvr>
  <p:transition spd="med">
    <p:fade/>
  </p:transition>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封面样式2-尾页">
    <p:spTree>
      <p:nvGrpSpPr>
        <p:cNvPr id="1" name=""/>
        <p:cNvGrpSpPr/>
        <p:nvPr/>
      </p:nvGrpSpPr>
      <p:grpSpPr>
        <a:xfrm>
          <a:off x="0" y="0"/>
          <a:ext cx="0" cy="0"/>
          <a:chOff x="0" y="0"/>
          <a:chExt cx="0" cy="0"/>
        </a:xfrm>
      </p:grpSpPr>
      <p:sp>
        <p:nvSpPr>
          <p:cNvPr id="6" name="PA-矩形 7">
            <a:extLst>
              <a:ext uri="{FF2B5EF4-FFF2-40B4-BE49-F238E27FC236}">
                <a16:creationId xmlns:a16="http://schemas.microsoft.com/office/drawing/2014/main" id="{EEC7E5F7-20FD-444B-9E6C-FF353F66717A}"/>
              </a:ext>
            </a:extLst>
          </p:cNvPr>
          <p:cNvSpPr/>
          <p:nvPr userDrawn="1">
            <p:custDataLst>
              <p:tags r:id="rId1"/>
            </p:custData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 name="PA-矩形 7">
            <a:extLst>
              <a:ext uri="{FF2B5EF4-FFF2-40B4-BE49-F238E27FC236}">
                <a16:creationId xmlns:a16="http://schemas.microsoft.com/office/drawing/2014/main" id="{59644A98-44CE-4FDE-8172-3327AAE72C45}"/>
              </a:ext>
            </a:extLst>
          </p:cNvPr>
          <p:cNvSpPr/>
          <p:nvPr userDrawn="1">
            <p:custDataLst>
              <p:tags r:id="rId2"/>
            </p:custDataLst>
          </p:nvPr>
        </p:nvSpPr>
        <p:spPr>
          <a:xfrm>
            <a:off x="0" y="0"/>
            <a:ext cx="12192000" cy="6858000"/>
          </a:xfrm>
          <a:prstGeom prst="rect">
            <a:avLst/>
          </a:prstGeom>
          <a:gradFill flip="none" rotWithShape="1">
            <a:gsLst>
              <a:gs pos="0">
                <a:schemeClr val="accent1">
                  <a:alpha val="0"/>
                </a:schemeClr>
              </a:gs>
              <a:gs pos="52200">
                <a:schemeClr val="accent1"/>
              </a:gs>
              <a:gs pos="100000">
                <a:schemeClr val="accent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任意多边形: 形状 19">
            <a:extLst>
              <a:ext uri="{FF2B5EF4-FFF2-40B4-BE49-F238E27FC236}">
                <a16:creationId xmlns:a16="http://schemas.microsoft.com/office/drawing/2014/main" id="{17BF7535-8F01-44D8-BF44-00C5CD915389}"/>
              </a:ext>
            </a:extLst>
          </p:cNvPr>
          <p:cNvSpPr/>
          <p:nvPr userDrawn="1"/>
        </p:nvSpPr>
        <p:spPr>
          <a:xfrm flipH="1" flipV="1">
            <a:off x="4442085" y="3759199"/>
            <a:ext cx="3307830" cy="2335892"/>
          </a:xfrm>
          <a:custGeom>
            <a:avLst/>
            <a:gdLst>
              <a:gd name="connsiteX0" fmla="*/ 3162300 w 3162300"/>
              <a:gd name="connsiteY0" fmla="*/ 2147409 h 2147409"/>
              <a:gd name="connsiteX1" fmla="*/ 0 w 3162300"/>
              <a:gd name="connsiteY1" fmla="*/ 2147409 h 2147409"/>
              <a:gd name="connsiteX2" fmla="*/ 0 w 3162300"/>
              <a:gd name="connsiteY2" fmla="*/ 1565265 h 2147409"/>
              <a:gd name="connsiteX3" fmla="*/ 0 w 3162300"/>
              <a:gd name="connsiteY3" fmla="*/ 1544697 h 2147409"/>
              <a:gd name="connsiteX4" fmla="*/ 0 w 3162300"/>
              <a:gd name="connsiteY4" fmla="*/ 0 h 2147409"/>
              <a:gd name="connsiteX5" fmla="*/ 1585774 w 3162300"/>
              <a:gd name="connsiteY5" fmla="*/ 1112898 h 2147409"/>
              <a:gd name="connsiteX6" fmla="*/ 3162300 w 3162300"/>
              <a:gd name="connsiteY6" fmla="*/ 0 h 2147409"/>
              <a:gd name="connsiteX7" fmla="*/ 3162300 w 3162300"/>
              <a:gd name="connsiteY7" fmla="*/ 1544697 h 2147409"/>
              <a:gd name="connsiteX8" fmla="*/ 3162300 w 3162300"/>
              <a:gd name="connsiteY8" fmla="*/ 1565265 h 2147409"/>
              <a:gd name="connsiteX0" fmla="*/ 0 w 3162300"/>
              <a:gd name="connsiteY0" fmla="*/ 2147409 h 2238849"/>
              <a:gd name="connsiteX1" fmla="*/ 0 w 3162300"/>
              <a:gd name="connsiteY1" fmla="*/ 1565265 h 2238849"/>
              <a:gd name="connsiteX2" fmla="*/ 0 w 3162300"/>
              <a:gd name="connsiteY2" fmla="*/ 1544697 h 2238849"/>
              <a:gd name="connsiteX3" fmla="*/ 0 w 3162300"/>
              <a:gd name="connsiteY3" fmla="*/ 0 h 2238849"/>
              <a:gd name="connsiteX4" fmla="*/ 1585774 w 3162300"/>
              <a:gd name="connsiteY4" fmla="*/ 1112898 h 2238849"/>
              <a:gd name="connsiteX5" fmla="*/ 3162300 w 3162300"/>
              <a:gd name="connsiteY5" fmla="*/ 0 h 2238849"/>
              <a:gd name="connsiteX6" fmla="*/ 3162300 w 3162300"/>
              <a:gd name="connsiteY6" fmla="*/ 1544697 h 2238849"/>
              <a:gd name="connsiteX7" fmla="*/ 3162300 w 3162300"/>
              <a:gd name="connsiteY7" fmla="*/ 1565265 h 2238849"/>
              <a:gd name="connsiteX8" fmla="*/ 3162300 w 3162300"/>
              <a:gd name="connsiteY8" fmla="*/ 2147409 h 2238849"/>
              <a:gd name="connsiteX9" fmla="*/ 91440 w 3162300"/>
              <a:gd name="connsiteY9" fmla="*/ 2238849 h 2238849"/>
              <a:gd name="connsiteX0" fmla="*/ 0 w 3162300"/>
              <a:gd name="connsiteY0" fmla="*/ 2147409 h 2147409"/>
              <a:gd name="connsiteX1" fmla="*/ 0 w 3162300"/>
              <a:gd name="connsiteY1" fmla="*/ 1565265 h 2147409"/>
              <a:gd name="connsiteX2" fmla="*/ 0 w 3162300"/>
              <a:gd name="connsiteY2" fmla="*/ 1544697 h 2147409"/>
              <a:gd name="connsiteX3" fmla="*/ 0 w 3162300"/>
              <a:gd name="connsiteY3" fmla="*/ 0 h 2147409"/>
              <a:gd name="connsiteX4" fmla="*/ 1585774 w 3162300"/>
              <a:gd name="connsiteY4" fmla="*/ 1112898 h 2147409"/>
              <a:gd name="connsiteX5" fmla="*/ 3162300 w 3162300"/>
              <a:gd name="connsiteY5" fmla="*/ 0 h 2147409"/>
              <a:gd name="connsiteX6" fmla="*/ 3162300 w 3162300"/>
              <a:gd name="connsiteY6" fmla="*/ 1544697 h 2147409"/>
              <a:gd name="connsiteX7" fmla="*/ 3162300 w 3162300"/>
              <a:gd name="connsiteY7" fmla="*/ 1565265 h 2147409"/>
              <a:gd name="connsiteX8" fmla="*/ 3162300 w 3162300"/>
              <a:gd name="connsiteY8" fmla="*/ 2147409 h 2147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62300" h="2147409">
                <a:moveTo>
                  <a:pt x="0" y="2147409"/>
                </a:moveTo>
                <a:lnTo>
                  <a:pt x="0" y="1565265"/>
                </a:lnTo>
                <a:lnTo>
                  <a:pt x="0" y="1544697"/>
                </a:lnTo>
                <a:lnTo>
                  <a:pt x="0" y="0"/>
                </a:lnTo>
                <a:lnTo>
                  <a:pt x="1585774" y="1112898"/>
                </a:lnTo>
                <a:lnTo>
                  <a:pt x="3162300" y="0"/>
                </a:lnTo>
                <a:lnTo>
                  <a:pt x="3162300" y="1544697"/>
                </a:lnTo>
                <a:lnTo>
                  <a:pt x="3162300" y="1565265"/>
                </a:lnTo>
                <a:lnTo>
                  <a:pt x="3162300" y="2147409"/>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dirty="0">
              <a:cs typeface="+mn-ea"/>
              <a:sym typeface="+mn-lt"/>
            </a:endParaRPr>
          </a:p>
        </p:txBody>
      </p:sp>
      <p:sp>
        <p:nvSpPr>
          <p:cNvPr id="11" name="矩形 3">
            <a:extLst>
              <a:ext uri="{FF2B5EF4-FFF2-40B4-BE49-F238E27FC236}">
                <a16:creationId xmlns:a16="http://schemas.microsoft.com/office/drawing/2014/main" id="{65B2E1B6-E350-4024-A69C-C064D4BB9540}"/>
              </a:ext>
            </a:extLst>
          </p:cNvPr>
          <p:cNvSpPr/>
          <p:nvPr userDrawn="1"/>
        </p:nvSpPr>
        <p:spPr>
          <a:xfrm>
            <a:off x="4442085" y="1015093"/>
            <a:ext cx="3307830" cy="1428368"/>
          </a:xfrm>
          <a:custGeom>
            <a:avLst/>
            <a:gdLst>
              <a:gd name="connsiteX0" fmla="*/ 0 w 3162300"/>
              <a:gd name="connsiteY0" fmla="*/ 0 h 1871961"/>
              <a:gd name="connsiteX1" fmla="*/ 3162300 w 3162300"/>
              <a:gd name="connsiteY1" fmla="*/ 0 h 1871961"/>
              <a:gd name="connsiteX2" fmla="*/ 3162300 w 3162300"/>
              <a:gd name="connsiteY2" fmla="*/ 1871961 h 1871961"/>
              <a:gd name="connsiteX3" fmla="*/ 0 w 3162300"/>
              <a:gd name="connsiteY3" fmla="*/ 1871961 h 1871961"/>
              <a:gd name="connsiteX4" fmla="*/ 0 w 3162300"/>
              <a:gd name="connsiteY4" fmla="*/ 0 h 1871961"/>
              <a:gd name="connsiteX0" fmla="*/ 0 w 3162300"/>
              <a:gd name="connsiteY0" fmla="*/ 1871961 h 1963401"/>
              <a:gd name="connsiteX1" fmla="*/ 0 w 3162300"/>
              <a:gd name="connsiteY1" fmla="*/ 0 h 1963401"/>
              <a:gd name="connsiteX2" fmla="*/ 3162300 w 3162300"/>
              <a:gd name="connsiteY2" fmla="*/ 0 h 1963401"/>
              <a:gd name="connsiteX3" fmla="*/ 3162300 w 3162300"/>
              <a:gd name="connsiteY3" fmla="*/ 1871961 h 1963401"/>
              <a:gd name="connsiteX4" fmla="*/ 91440 w 3162300"/>
              <a:gd name="connsiteY4" fmla="*/ 1963401 h 1963401"/>
              <a:gd name="connsiteX0" fmla="*/ 0 w 3162300"/>
              <a:gd name="connsiteY0" fmla="*/ 1871961 h 1871961"/>
              <a:gd name="connsiteX1" fmla="*/ 0 w 3162300"/>
              <a:gd name="connsiteY1" fmla="*/ 0 h 1871961"/>
              <a:gd name="connsiteX2" fmla="*/ 3162300 w 3162300"/>
              <a:gd name="connsiteY2" fmla="*/ 0 h 1871961"/>
              <a:gd name="connsiteX3" fmla="*/ 3162300 w 3162300"/>
              <a:gd name="connsiteY3" fmla="*/ 1871961 h 1871961"/>
            </a:gdLst>
            <a:ahLst/>
            <a:cxnLst>
              <a:cxn ang="0">
                <a:pos x="connsiteX0" y="connsiteY0"/>
              </a:cxn>
              <a:cxn ang="0">
                <a:pos x="connsiteX1" y="connsiteY1"/>
              </a:cxn>
              <a:cxn ang="0">
                <a:pos x="connsiteX2" y="connsiteY2"/>
              </a:cxn>
              <a:cxn ang="0">
                <a:pos x="connsiteX3" y="connsiteY3"/>
              </a:cxn>
            </a:cxnLst>
            <a:rect l="l" t="t" r="r" b="b"/>
            <a:pathLst>
              <a:path w="3162300" h="1871961">
                <a:moveTo>
                  <a:pt x="0" y="1871961"/>
                </a:moveTo>
                <a:lnTo>
                  <a:pt x="0" y="0"/>
                </a:lnTo>
                <a:lnTo>
                  <a:pt x="3162300" y="0"/>
                </a:lnTo>
                <a:lnTo>
                  <a:pt x="3162300" y="1871961"/>
                </a:lnTo>
              </a:path>
            </a:pathLst>
          </a:custGeom>
          <a:no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30000"/>
              </a:lnSpc>
            </a:pPr>
            <a:endParaRPr lang="zh-CN" altLang="en-US">
              <a:cs typeface="+mn-ea"/>
              <a:sym typeface="+mn-lt"/>
            </a:endParaRPr>
          </a:p>
        </p:txBody>
      </p:sp>
      <p:sp>
        <p:nvSpPr>
          <p:cNvPr id="12" name="等腰三角形 11">
            <a:extLst>
              <a:ext uri="{FF2B5EF4-FFF2-40B4-BE49-F238E27FC236}">
                <a16:creationId xmlns:a16="http://schemas.microsoft.com/office/drawing/2014/main" id="{F3B0B805-869F-4D89-BEB0-0E0DA525C8EE}"/>
              </a:ext>
            </a:extLst>
          </p:cNvPr>
          <p:cNvSpPr/>
          <p:nvPr userDrawn="1"/>
        </p:nvSpPr>
        <p:spPr>
          <a:xfrm flipV="1">
            <a:off x="6007269" y="3832178"/>
            <a:ext cx="177462" cy="152984"/>
          </a:xfrm>
          <a:prstGeom prst="triangle">
            <a:avLst/>
          </a:prstGeom>
          <a:solidFill>
            <a:schemeClr val="bg1"/>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30000"/>
              </a:lnSpc>
            </a:pPr>
            <a:endParaRPr lang="zh-CN" altLang="en-US"/>
          </a:p>
        </p:txBody>
      </p:sp>
      <p:pic>
        <p:nvPicPr>
          <p:cNvPr id="13" name="图片 12"/>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4974749" y="1401223"/>
            <a:ext cx="2256308" cy="631546"/>
          </a:xfrm>
          <a:prstGeom prst="rect">
            <a:avLst/>
          </a:prstGeom>
        </p:spPr>
      </p:pic>
    </p:spTree>
    <p:extLst>
      <p:ext uri="{BB962C8B-B14F-4D97-AF65-F5344CB8AC3E}">
        <p14:creationId xmlns:p14="http://schemas.microsoft.com/office/powerpoint/2010/main" val="83550862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xml"/><Relationship Id="rId13" Type="http://schemas.openxmlformats.org/officeDocument/2006/relationships/slideLayout" Target="../slideLayouts/slideLayout18.xml"/><Relationship Id="rId18" Type="http://schemas.openxmlformats.org/officeDocument/2006/relationships/slideLayout" Target="../slideLayouts/slideLayout23.xml"/><Relationship Id="rId3" Type="http://schemas.openxmlformats.org/officeDocument/2006/relationships/slideLayout" Target="../slideLayouts/slideLayout8.xml"/><Relationship Id="rId21" Type="http://schemas.openxmlformats.org/officeDocument/2006/relationships/slideLayout" Target="../slideLayouts/slideLayout26.xml"/><Relationship Id="rId7" Type="http://schemas.openxmlformats.org/officeDocument/2006/relationships/slideLayout" Target="../slideLayouts/slideLayout12.xml"/><Relationship Id="rId12" Type="http://schemas.openxmlformats.org/officeDocument/2006/relationships/slideLayout" Target="../slideLayouts/slideLayout17.xml"/><Relationship Id="rId17" Type="http://schemas.openxmlformats.org/officeDocument/2006/relationships/slideLayout" Target="../slideLayouts/slideLayout22.xml"/><Relationship Id="rId25" Type="http://schemas.openxmlformats.org/officeDocument/2006/relationships/theme" Target="../theme/theme3.xml"/><Relationship Id="rId2" Type="http://schemas.openxmlformats.org/officeDocument/2006/relationships/slideLayout" Target="../slideLayouts/slideLayout7.xml"/><Relationship Id="rId16" Type="http://schemas.openxmlformats.org/officeDocument/2006/relationships/slideLayout" Target="../slideLayouts/slideLayout21.xml"/><Relationship Id="rId20" Type="http://schemas.openxmlformats.org/officeDocument/2006/relationships/slideLayout" Target="../slideLayouts/slideLayout25.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24" Type="http://schemas.openxmlformats.org/officeDocument/2006/relationships/slideLayout" Target="../slideLayouts/slideLayout29.xml"/><Relationship Id="rId5" Type="http://schemas.openxmlformats.org/officeDocument/2006/relationships/slideLayout" Target="../slideLayouts/slideLayout10.xml"/><Relationship Id="rId15" Type="http://schemas.openxmlformats.org/officeDocument/2006/relationships/slideLayout" Target="../slideLayouts/slideLayout20.xml"/><Relationship Id="rId23" Type="http://schemas.openxmlformats.org/officeDocument/2006/relationships/slideLayout" Target="../slideLayouts/slideLayout28.xml"/><Relationship Id="rId10" Type="http://schemas.openxmlformats.org/officeDocument/2006/relationships/slideLayout" Target="../slideLayouts/slideLayout15.xml"/><Relationship Id="rId19" Type="http://schemas.openxmlformats.org/officeDocument/2006/relationships/slideLayout" Target="../slideLayouts/slideLayout24.xml"/><Relationship Id="rId4" Type="http://schemas.openxmlformats.org/officeDocument/2006/relationships/slideLayout" Target="../slideLayouts/slideLayout9.xml"/><Relationship Id="rId9" Type="http://schemas.openxmlformats.org/officeDocument/2006/relationships/slideLayout" Target="../slideLayouts/slideLayout14.xml"/><Relationship Id="rId14" Type="http://schemas.openxmlformats.org/officeDocument/2006/relationships/slideLayout" Target="../slideLayouts/slideLayout19.xml"/><Relationship Id="rId22"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slideLayout" Target="../slideLayouts/slideLayout31.xml"/><Relationship Id="rId1" Type="http://schemas.openxmlformats.org/officeDocument/2006/relationships/slideLayout" Target="../slideLayouts/slideLayout30.xml"/><Relationship Id="rId5" Type="http://schemas.openxmlformats.org/officeDocument/2006/relationships/theme" Target="../theme/theme4.xml"/><Relationship Id="rId4"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2025/9/13</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Tree>
    <p:extLst>
      <p:ext uri="{BB962C8B-B14F-4D97-AF65-F5344CB8AC3E}">
        <p14:creationId xmlns:p14="http://schemas.microsoft.com/office/powerpoint/2010/main" val="2728694159"/>
      </p:ext>
    </p:extLst>
  </p:cSld>
  <p:clrMap bg1="lt1" tx1="dk1" bg2="lt2" tx2="dk2" accent1="accent1" accent2="accent2" accent3="accent3" accent4="accent4" accent5="accent5" accent6="accent6" hlink="hlink" folHlink="folHlink"/>
  <p:sldLayoutIdLst>
    <p:sldLayoutId id="2147483661" r:id="rId1"/>
    <p:sldLayoutId id="2147483662" r:id="rId2"/>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2025/9/13</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Tree>
    <p:extLst>
      <p:ext uri="{BB962C8B-B14F-4D97-AF65-F5344CB8AC3E}">
        <p14:creationId xmlns:p14="http://schemas.microsoft.com/office/powerpoint/2010/main" val="1611734068"/>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96" r:id="rId3"/>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307D9317-7C4B-477D-9FCD-CD5482370328}" type="datetimeFigureOut">
              <a:rPr lang="zh-CN" altLang="en-US"/>
              <a:pPr>
                <a:defRPr/>
              </a:pPr>
              <a:t>2025/9/13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a:defRPr/>
            </a:pPr>
            <a:fld id="{EC0B3BC9-7090-482A-AB63-1945A9C9F1E4}" type="slidenum">
              <a:rPr lang="zh-CN" altLang="en-US"/>
              <a:pPr>
                <a:defRPr/>
              </a:pPr>
              <a:t>‹#›</a:t>
            </a:fld>
            <a:endParaRPr lang="zh-CN" altLang="en-US"/>
          </a:p>
        </p:txBody>
      </p:sp>
    </p:spTree>
    <p:extLst>
      <p:ext uri="{BB962C8B-B14F-4D97-AF65-F5344CB8AC3E}">
        <p14:creationId xmlns:p14="http://schemas.microsoft.com/office/powerpoint/2010/main" val="1088500483"/>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 id="2147483684" r:id="rId18"/>
    <p:sldLayoutId id="2147483685" r:id="rId19"/>
    <p:sldLayoutId id="2147483686" r:id="rId20"/>
    <p:sldLayoutId id="2147483687" r:id="rId21"/>
    <p:sldLayoutId id="2147483688" r:id="rId22"/>
    <p:sldLayoutId id="2147483689" r:id="rId23"/>
    <p:sldLayoutId id="2147483690" r:id="rId24"/>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307D9317-7C4B-477D-9FCD-CD5482370328}" type="datetimeFigureOut">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l" defTabSz="914400" rtl="0" eaLnBrk="1" fontAlgn="auto" latinLnBrk="0" hangingPunct="1">
                <a:lnSpc>
                  <a:spcPct val="100000"/>
                </a:lnSpc>
                <a:spcBef>
                  <a:spcPts val="0"/>
                </a:spcBef>
                <a:spcAft>
                  <a:spcPts val="0"/>
                </a:spcAft>
                <a:buClrTx/>
                <a:buSzTx/>
                <a:buFontTx/>
                <a:buNone/>
                <a:tabLst/>
                <a:defRPr/>
              </a:pPr>
              <a:t>2025/9/13</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EC0B3BC9-7090-482A-AB63-1945A9C9F1E4}" type="slidenum">
              <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微软雅黑"/>
              <a:ea typeface="微软雅黑"/>
              <a:cs typeface="+mn-cs"/>
            </a:endParaRPr>
          </a:p>
        </p:txBody>
      </p:sp>
    </p:spTree>
    <p:extLst>
      <p:ext uri="{BB962C8B-B14F-4D97-AF65-F5344CB8AC3E}">
        <p14:creationId xmlns:p14="http://schemas.microsoft.com/office/powerpoint/2010/main" val="2522659733"/>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4" r:id="rId3"/>
    <p:sldLayoutId id="2147483695" r:id="rId4"/>
  </p:sldLayoutIdLst>
  <p:transition spd="med">
    <p:fade/>
  </p:transition>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5pPr>
      <a:lvl6pPr marL="4572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6pPr>
      <a:lvl7pPr marL="9144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7pPr>
      <a:lvl8pPr marL="13716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8pPr>
      <a:lvl9pPr marL="1828800" algn="l" rtl="0" fontAlgn="base">
        <a:lnSpc>
          <a:spcPct val="90000"/>
        </a:lnSpc>
        <a:spcBef>
          <a:spcPct val="0"/>
        </a:spcBef>
        <a:spcAft>
          <a:spcPct val="0"/>
        </a:spcAft>
        <a:defRPr sz="4400">
          <a:solidFill>
            <a:schemeClr val="tx1"/>
          </a:solidFill>
          <a:latin typeface="Century Gothic" panose="020B0502020202020204" pitchFamily="34" charset="0"/>
          <a:ea typeface="微软雅黑"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36.png"/></Relationships>
</file>

<file path=ppt/slides/_rels/slide2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8.png"/></Relationships>
</file>

<file path=ppt/slides/_rels/slide23.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gif"/><Relationship Id="rId7" Type="http://schemas.openxmlformats.org/officeDocument/2006/relationships/customXml" Target="../ink/ink1.xml"/><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42.png"/><Relationship Id="rId5" Type="http://schemas.openxmlformats.org/officeDocument/2006/relationships/image" Target="../media/image41.png"/><Relationship Id="rId10" Type="http://schemas.openxmlformats.org/officeDocument/2006/relationships/image" Target="../media/image44.png"/><Relationship Id="rId4" Type="http://schemas.openxmlformats.org/officeDocument/2006/relationships/image" Target="../media/image40.png"/><Relationship Id="rId9" Type="http://schemas.openxmlformats.org/officeDocument/2006/relationships/customXml" Target="../ink/ink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文本占位符 4">
            <a:extLst>
              <a:ext uri="{FF2B5EF4-FFF2-40B4-BE49-F238E27FC236}">
                <a16:creationId xmlns:a16="http://schemas.microsoft.com/office/drawing/2014/main" id="{ADC8450B-B7A8-4345-A581-E9097A655714}"/>
              </a:ext>
            </a:extLst>
          </p:cNvPr>
          <p:cNvSpPr>
            <a:spLocks noGrp="1"/>
          </p:cNvSpPr>
          <p:nvPr>
            <p:ph type="body" sz="quarter" idx="12"/>
          </p:nvPr>
        </p:nvSpPr>
        <p:spPr>
          <a:xfrm>
            <a:off x="3549208" y="4270263"/>
            <a:ext cx="7287114" cy="1578523"/>
          </a:xfrm>
        </p:spPr>
        <p:txBody>
          <a:bodyPr>
            <a:normAutofit fontScale="92500" lnSpcReduction="10000"/>
          </a:bodyPr>
          <a:lstStyle/>
          <a:p>
            <a:pPr>
              <a:lnSpc>
                <a:spcPct val="150000"/>
              </a:lnSpc>
            </a:pPr>
            <a:r>
              <a:rPr lang="zh-CN" altLang="en-US" dirty="0"/>
              <a:t>答辩人：曾泇睷</a:t>
            </a:r>
            <a:endParaRPr lang="en-US" altLang="zh-CN" dirty="0"/>
          </a:p>
          <a:p>
            <a:pPr>
              <a:lnSpc>
                <a:spcPct val="150000"/>
              </a:lnSpc>
            </a:pPr>
            <a:r>
              <a:rPr lang="zh-CN" altLang="en-US" dirty="0"/>
              <a:t>导　师：王娟</a:t>
            </a:r>
            <a:endParaRPr lang="en-US" altLang="zh-CN" dirty="0"/>
          </a:p>
          <a:p>
            <a:pPr>
              <a:lnSpc>
                <a:spcPct val="150000"/>
              </a:lnSpc>
            </a:pPr>
            <a:r>
              <a:rPr lang="zh-CN" altLang="en-US" dirty="0"/>
              <a:t>时　间：</a:t>
            </a:r>
            <a:fld id="{557380AF-A950-485A-9126-2F7168CD3CCC}" type="datetime1">
              <a:rPr lang="zh-CN" altLang="en-US" smtClean="0"/>
              <a:pPr>
                <a:lnSpc>
                  <a:spcPct val="150000"/>
                </a:lnSpc>
              </a:pPr>
              <a:t>2025/9/13</a:t>
            </a:fld>
            <a:endParaRPr lang="zh-CN" altLang="en-US" dirty="0"/>
          </a:p>
        </p:txBody>
      </p:sp>
      <p:sp>
        <p:nvSpPr>
          <p:cNvPr id="20" name="文本占位符 27">
            <a:extLst>
              <a:ext uri="{FF2B5EF4-FFF2-40B4-BE49-F238E27FC236}">
                <a16:creationId xmlns:a16="http://schemas.microsoft.com/office/drawing/2014/main" id="{CCDACD4C-1CA6-4E65-8D95-3D708C7F59C7}"/>
              </a:ext>
            </a:extLst>
          </p:cNvPr>
          <p:cNvSpPr>
            <a:spLocks noGrp="1"/>
          </p:cNvSpPr>
          <p:nvPr>
            <p:ph type="body" sz="quarter" idx="13"/>
          </p:nvPr>
        </p:nvSpPr>
        <p:spPr>
          <a:xfrm>
            <a:off x="3549208" y="1484311"/>
            <a:ext cx="7287114" cy="2386807"/>
          </a:xfrm>
        </p:spPr>
        <p:txBody>
          <a:bodyPr>
            <a:normAutofit fontScale="77500" lnSpcReduction="20000"/>
          </a:bodyPr>
          <a:lstStyle/>
          <a:p>
            <a:pPr>
              <a:lnSpc>
                <a:spcPct val="150000"/>
              </a:lnSpc>
            </a:pPr>
            <a:r>
              <a:rPr lang="zh-CN" altLang="en-US" sz="4800" b="1" dirty="0">
                <a:latin typeface="+mn-ea"/>
                <a:ea typeface="+mn-ea"/>
              </a:rPr>
              <a:t>计算机组成原理课程设计</a:t>
            </a:r>
            <a:endParaRPr lang="en-US" altLang="zh-CN" sz="4800" b="1" dirty="0">
              <a:latin typeface="+mn-ea"/>
              <a:ea typeface="+mn-ea"/>
            </a:endParaRPr>
          </a:p>
          <a:p>
            <a:pPr>
              <a:lnSpc>
                <a:spcPct val="150000"/>
              </a:lnSpc>
            </a:pPr>
            <a:r>
              <a:rPr lang="zh-CN" altLang="en-US" sz="4800" dirty="0"/>
              <a:t>汇编与接口技术课程设计 </a:t>
            </a:r>
            <a:endParaRPr lang="en-US" altLang="zh-CN" sz="4800" dirty="0"/>
          </a:p>
          <a:p>
            <a:pPr>
              <a:lnSpc>
                <a:spcPct val="150000"/>
              </a:lnSpc>
            </a:pPr>
            <a:r>
              <a:rPr lang="zh-CN" altLang="en-US" sz="4800" b="1" dirty="0">
                <a:latin typeface="+mn-ea"/>
                <a:ea typeface="+mn-ea"/>
              </a:rPr>
              <a:t>答辩</a:t>
            </a:r>
          </a:p>
        </p:txBody>
      </p:sp>
      <p:cxnSp>
        <p:nvCxnSpPr>
          <p:cNvPr id="21" name="直接连接符 20">
            <a:extLst>
              <a:ext uri="{FF2B5EF4-FFF2-40B4-BE49-F238E27FC236}">
                <a16:creationId xmlns:a16="http://schemas.microsoft.com/office/drawing/2014/main" id="{F02FAD8C-9DE1-4C82-A97E-3FC46FEADB6D}"/>
              </a:ext>
            </a:extLst>
          </p:cNvPr>
          <p:cNvCxnSpPr/>
          <p:nvPr/>
        </p:nvCxnSpPr>
        <p:spPr>
          <a:xfrm>
            <a:off x="3549208" y="4010868"/>
            <a:ext cx="7287114" cy="0"/>
          </a:xfrm>
          <a:prstGeom prst="line">
            <a:avLst/>
          </a:prstGeom>
          <a:ln w="28575" cmpd="sng">
            <a:solidFill>
              <a:schemeClr val="accent3"/>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327235"/>
      </p:ext>
    </p:extLst>
  </p:cSld>
  <p:clrMapOvr>
    <a:masterClrMapping/>
  </p:clrMapOvr>
  <p:transition spd="med">
    <p:pull/>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6096000" y="2675212"/>
            <a:ext cx="5844097" cy="511814"/>
            <a:chOff x="5181690" y="2820871"/>
            <a:chExt cx="6290317" cy="550893"/>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1</a:t>
              </a:r>
              <a:endParaRPr kumimoji="0" lang="zh-CN" altLang="en-US"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6025662" y="2880873"/>
              <a:ext cx="5446345" cy="41308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300" normalizeH="0" baseline="0" noProof="0" dirty="0">
                  <a:ln>
                    <a:noFill/>
                  </a:ln>
                  <a:solidFill>
                    <a:prstClr val="black"/>
                  </a:solidFill>
                  <a:effectLst/>
                  <a:uLnTx/>
                  <a:uFillTx/>
                  <a:latin typeface="微软雅黑"/>
                  <a:ea typeface="微软雅黑"/>
                  <a:cs typeface="+mn-cs"/>
                </a:rPr>
                <a:t>成员介绍与分工</a:t>
              </a:r>
            </a:p>
          </p:txBody>
        </p:sp>
      </p:grpSp>
      <p:grpSp>
        <p:nvGrpSpPr>
          <p:cNvPr id="18" name="组合 17"/>
          <p:cNvGrpSpPr/>
          <p:nvPr/>
        </p:nvGrpSpPr>
        <p:grpSpPr>
          <a:xfrm>
            <a:off x="6096000" y="3495589"/>
            <a:ext cx="5844097" cy="511814"/>
            <a:chOff x="5181690" y="3693789"/>
            <a:chExt cx="6290318" cy="550893"/>
          </a:xfrm>
        </p:grpSpPr>
        <p:sp>
          <p:nvSpPr>
            <p:cNvPr id="5" name="椭圆 4">
              <a:extLst>
                <a:ext uri="{FF2B5EF4-FFF2-40B4-BE49-F238E27FC236}">
                  <a16:creationId xmlns:a16="http://schemas.microsoft.com/office/drawing/2014/main" id="{856CB06E-E9F3-4F92-A312-20763F3CB8E7}"/>
                </a:ext>
              </a:extLst>
            </p:cNvPr>
            <p:cNvSpPr/>
            <p:nvPr/>
          </p:nvSpPr>
          <p:spPr>
            <a:xfrm>
              <a:off x="5181690" y="3693789"/>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2</a:t>
              </a:r>
              <a:endParaRPr kumimoji="0" lang="zh-CN" altLang="en-US"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10" name="文本框 9">
              <a:extLst>
                <a:ext uri="{FF2B5EF4-FFF2-40B4-BE49-F238E27FC236}">
                  <a16:creationId xmlns:a16="http://schemas.microsoft.com/office/drawing/2014/main" id="{B2FA74BE-E344-48C4-8EF0-E837820A0AC8}"/>
                </a:ext>
              </a:extLst>
            </p:cNvPr>
            <p:cNvSpPr txBox="1"/>
            <p:nvPr/>
          </p:nvSpPr>
          <p:spPr>
            <a:xfrm>
              <a:off x="6025662" y="3748369"/>
              <a:ext cx="5446346" cy="41308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300" normalizeH="0" baseline="0" noProof="0" dirty="0">
                  <a:ln>
                    <a:noFill/>
                  </a:ln>
                  <a:solidFill>
                    <a:prstClr val="black"/>
                  </a:solidFill>
                  <a:effectLst/>
                  <a:uLnTx/>
                  <a:uFillTx/>
                  <a:latin typeface="微软雅黑"/>
                  <a:ea typeface="微软雅黑"/>
                  <a:cs typeface="+mn-cs"/>
                </a:rPr>
                <a:t>实验需求</a:t>
              </a:r>
            </a:p>
          </p:txBody>
        </p:sp>
      </p:grpSp>
      <p:grpSp>
        <p:nvGrpSpPr>
          <p:cNvPr id="17" name="组合 16"/>
          <p:cNvGrpSpPr/>
          <p:nvPr/>
        </p:nvGrpSpPr>
        <p:grpSpPr>
          <a:xfrm>
            <a:off x="6096000" y="4282163"/>
            <a:ext cx="5853574" cy="511814"/>
            <a:chOff x="5184190" y="4548742"/>
            <a:chExt cx="6300518" cy="550893"/>
          </a:xfrm>
        </p:grpSpPr>
        <p:sp>
          <p:nvSpPr>
            <p:cNvPr id="6" name="椭圆 5">
              <a:extLst>
                <a:ext uri="{FF2B5EF4-FFF2-40B4-BE49-F238E27FC236}">
                  <a16:creationId xmlns:a16="http://schemas.microsoft.com/office/drawing/2014/main" id="{4595AA9B-38D0-46FD-A522-1C11B31079F7}"/>
                </a:ext>
              </a:extLst>
            </p:cNvPr>
            <p:cNvSpPr/>
            <p:nvPr/>
          </p:nvSpPr>
          <p:spPr>
            <a:xfrm>
              <a:off x="5184190" y="4548742"/>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3</a:t>
              </a:r>
              <a:endParaRPr kumimoji="0" lang="zh-CN" altLang="en-US"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12" name="文本框 11">
              <a:extLst>
                <a:ext uri="{FF2B5EF4-FFF2-40B4-BE49-F238E27FC236}">
                  <a16:creationId xmlns:a16="http://schemas.microsoft.com/office/drawing/2014/main" id="{93CC5F2B-0ED3-4692-A876-F7B76F8D8312}"/>
                </a:ext>
              </a:extLst>
            </p:cNvPr>
            <p:cNvSpPr txBox="1"/>
            <p:nvPr/>
          </p:nvSpPr>
          <p:spPr>
            <a:xfrm>
              <a:off x="6025662" y="4608744"/>
              <a:ext cx="5459046" cy="41308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300" normalizeH="0" baseline="0" noProof="0" dirty="0">
                  <a:ln>
                    <a:noFill/>
                  </a:ln>
                  <a:solidFill>
                    <a:prstClr val="black"/>
                  </a:solidFill>
                  <a:effectLst/>
                  <a:uLnTx/>
                  <a:uFillTx/>
                  <a:latin typeface="微软雅黑"/>
                  <a:ea typeface="微软雅黑"/>
                  <a:cs typeface="+mn-cs"/>
                </a:rPr>
                <a:t>CPU</a:t>
              </a:r>
              <a:r>
                <a:rPr kumimoji="0" lang="zh-CN" altLang="en-US" sz="2400" b="1" i="0" u="none" strike="noStrike" kern="1200" cap="none" spc="300" normalizeH="0" baseline="0" noProof="0" dirty="0">
                  <a:ln>
                    <a:noFill/>
                  </a:ln>
                  <a:solidFill>
                    <a:prstClr val="black"/>
                  </a:solidFill>
                  <a:effectLst/>
                  <a:uLnTx/>
                  <a:uFillTx/>
                  <a:latin typeface="微软雅黑"/>
                  <a:ea typeface="微软雅黑"/>
                  <a:cs typeface="+mn-cs"/>
                </a:rPr>
                <a:t>设计与实现</a:t>
              </a:r>
              <a:endParaRPr kumimoji="0" lang="zh-CN" altLang="en-US" sz="24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grpSp>
        <p:nvGrpSpPr>
          <p:cNvPr id="16" name="组合 15"/>
          <p:cNvGrpSpPr/>
          <p:nvPr/>
        </p:nvGrpSpPr>
        <p:grpSpPr>
          <a:xfrm>
            <a:off x="6096000" y="5082555"/>
            <a:ext cx="5844097" cy="511814"/>
            <a:chOff x="5181690" y="5404127"/>
            <a:chExt cx="6290318" cy="550893"/>
          </a:xfrm>
        </p:grpSpPr>
        <p:sp>
          <p:nvSpPr>
            <p:cNvPr id="7" name="椭圆 6">
              <a:extLst>
                <a:ext uri="{FF2B5EF4-FFF2-40B4-BE49-F238E27FC236}">
                  <a16:creationId xmlns:a16="http://schemas.microsoft.com/office/drawing/2014/main" id="{BC1540A9-C516-4101-B8E5-F2680A075844}"/>
                </a:ext>
              </a:extLst>
            </p:cNvPr>
            <p:cNvSpPr/>
            <p:nvPr/>
          </p:nvSpPr>
          <p:spPr>
            <a:xfrm>
              <a:off x="5181690" y="5404127"/>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4</a:t>
              </a:r>
              <a:endParaRPr kumimoji="0" lang="zh-CN" altLang="en-US"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14" name="文本框 13">
              <a:extLst>
                <a:ext uri="{FF2B5EF4-FFF2-40B4-BE49-F238E27FC236}">
                  <a16:creationId xmlns:a16="http://schemas.microsoft.com/office/drawing/2014/main" id="{6251B830-D03E-4AA6-96D0-40413DCE8882}"/>
                </a:ext>
              </a:extLst>
            </p:cNvPr>
            <p:cNvSpPr txBox="1"/>
            <p:nvPr/>
          </p:nvSpPr>
          <p:spPr>
            <a:xfrm>
              <a:off x="6025662" y="5469119"/>
              <a:ext cx="5446346" cy="41308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300" normalizeH="0" baseline="0" noProof="0" dirty="0">
                  <a:ln>
                    <a:noFill/>
                  </a:ln>
                  <a:solidFill>
                    <a:prstClr val="black"/>
                  </a:solidFill>
                  <a:effectLst/>
                  <a:uLnTx/>
                  <a:uFillTx/>
                  <a:latin typeface="微软雅黑"/>
                  <a:ea typeface="微软雅黑"/>
                  <a:cs typeface="+mn-cs"/>
                </a:rPr>
                <a:t>仿真与下板</a:t>
              </a:r>
              <a:endParaRPr kumimoji="0" lang="zh-CN" altLang="en-US" sz="24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grpSp>
        <p:nvGrpSpPr>
          <p:cNvPr id="20" name="组合 19"/>
          <p:cNvGrpSpPr/>
          <p:nvPr/>
        </p:nvGrpSpPr>
        <p:grpSpPr>
          <a:xfrm>
            <a:off x="6096000" y="5924875"/>
            <a:ext cx="5844095" cy="511814"/>
            <a:chOff x="5181690" y="5404127"/>
            <a:chExt cx="6290315" cy="550893"/>
          </a:xfrm>
        </p:grpSpPr>
        <p:sp>
          <p:nvSpPr>
            <p:cNvPr id="21" name="椭圆 20">
              <a:extLst>
                <a:ext uri="{FF2B5EF4-FFF2-40B4-BE49-F238E27FC236}">
                  <a16:creationId xmlns:a16="http://schemas.microsoft.com/office/drawing/2014/main" id="{BC1540A9-C516-4101-B8E5-F2680A075844}"/>
                </a:ext>
              </a:extLst>
            </p:cNvPr>
            <p:cNvSpPr/>
            <p:nvPr/>
          </p:nvSpPr>
          <p:spPr>
            <a:xfrm>
              <a:off x="5181690" y="5404127"/>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5</a:t>
              </a:r>
              <a:endParaRPr kumimoji="0" lang="zh-CN" altLang="en-US" sz="2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22" name="文本框 21">
              <a:extLst>
                <a:ext uri="{FF2B5EF4-FFF2-40B4-BE49-F238E27FC236}">
                  <a16:creationId xmlns:a16="http://schemas.microsoft.com/office/drawing/2014/main" id="{6251B830-D03E-4AA6-96D0-40413DCE8882}"/>
                </a:ext>
              </a:extLst>
            </p:cNvPr>
            <p:cNvSpPr txBox="1"/>
            <p:nvPr/>
          </p:nvSpPr>
          <p:spPr>
            <a:xfrm>
              <a:off x="6025662" y="5469119"/>
              <a:ext cx="5446346" cy="413080"/>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300" normalizeH="0" baseline="0" noProof="0" dirty="0">
                  <a:ln>
                    <a:noFill/>
                  </a:ln>
                  <a:solidFill>
                    <a:prstClr val="black"/>
                  </a:solidFill>
                  <a:effectLst/>
                  <a:uLnTx/>
                  <a:uFillTx/>
                  <a:latin typeface="微软雅黑"/>
                  <a:ea typeface="微软雅黑"/>
                  <a:cs typeface="+mn-cs"/>
                </a:rPr>
                <a:t>项目亮点</a:t>
              </a:r>
            </a:p>
          </p:txBody>
        </p:sp>
      </p:grpSp>
      <p:sp>
        <p:nvSpPr>
          <p:cNvPr id="23" name="文本占位符 5">
            <a:extLst>
              <a:ext uri="{FF2B5EF4-FFF2-40B4-BE49-F238E27FC236}">
                <a16:creationId xmlns:a16="http://schemas.microsoft.com/office/drawing/2014/main" id="{E51A67F7-2D5D-449D-9AE5-2FF7DEEFA49F}"/>
              </a:ext>
            </a:extLst>
          </p:cNvPr>
          <p:cNvSpPr txBox="1">
            <a:spLocks/>
          </p:cNvSpPr>
          <p:nvPr/>
        </p:nvSpPr>
        <p:spPr>
          <a:xfrm>
            <a:off x="1678166" y="3775845"/>
            <a:ext cx="2762739" cy="914398"/>
          </a:xfrm>
          <a:prstGeom prst="rect">
            <a:avLst/>
          </a:prstGeom>
        </p:spPr>
        <p:txBody>
          <a:bodyPr>
            <a:noAutofit/>
          </a:bodyPr>
          <a:lstStyle>
            <a:lvl1pPr marL="0" indent="0" algn="ctr" rtl="0" eaLnBrk="0" fontAlgn="base" hangingPunct="0">
              <a:lnSpc>
                <a:spcPct val="90000"/>
              </a:lnSpc>
              <a:spcBef>
                <a:spcPts val="1000"/>
              </a:spcBef>
              <a:spcAft>
                <a:spcPct val="0"/>
              </a:spcAft>
              <a:buFont typeface="Arial" panose="020B0604020202020204" pitchFamily="34" charset="0"/>
              <a:buNone/>
              <a:defRPr sz="6000" b="1" kern="1200">
                <a:solidFill>
                  <a:schemeClr val="accent1"/>
                </a:solidFill>
                <a:latin typeface="微软雅黑" panose="020B0503020204020204" pitchFamily="34" charset="-122"/>
                <a:ea typeface="微软雅黑" panose="020B0503020204020204"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0" fontAlgn="base" latinLnBrk="0" hangingPunct="0">
              <a:lnSpc>
                <a:spcPct val="90000"/>
              </a:lnSpc>
              <a:spcBef>
                <a:spcPts val="1000"/>
              </a:spcBef>
              <a:spcAft>
                <a:spcPct val="0"/>
              </a:spcAft>
              <a:buClrTx/>
              <a:buSzTx/>
              <a:buFont typeface="Arial" panose="020B0604020202020204" pitchFamily="34" charset="0"/>
              <a:buNone/>
              <a:tabLst/>
              <a:defRPr/>
            </a:pPr>
            <a:r>
              <a:rPr kumimoji="0" lang="zh-CN" altLang="en-US" sz="6000" b="1" i="0" u="none" strike="noStrike" kern="1200" cap="none" spc="0" normalizeH="0" baseline="0" noProof="0" dirty="0">
                <a:ln>
                  <a:noFill/>
                </a:ln>
                <a:solidFill>
                  <a:srgbClr val="006C39"/>
                </a:solidFill>
                <a:effectLst/>
                <a:uLnTx/>
                <a:uFillTx/>
                <a:latin typeface="微软雅黑" panose="020B0503020204020204" pitchFamily="34" charset="-122"/>
                <a:ea typeface="微软雅黑" panose="020B0503020204020204" pitchFamily="34" charset="-122"/>
                <a:cs typeface="+mn-cs"/>
              </a:rPr>
              <a:t>目录</a:t>
            </a:r>
          </a:p>
        </p:txBody>
      </p:sp>
      <p:sp>
        <p:nvSpPr>
          <p:cNvPr id="24" name="文本占位符 8">
            <a:extLst>
              <a:ext uri="{FF2B5EF4-FFF2-40B4-BE49-F238E27FC236}">
                <a16:creationId xmlns:a16="http://schemas.microsoft.com/office/drawing/2014/main" id="{7239F040-8C2F-4B38-8A30-4607B537A64A}"/>
              </a:ext>
            </a:extLst>
          </p:cNvPr>
          <p:cNvSpPr txBox="1">
            <a:spLocks/>
          </p:cNvSpPr>
          <p:nvPr/>
        </p:nvSpPr>
        <p:spPr>
          <a:xfrm>
            <a:off x="2063073" y="4793977"/>
            <a:ext cx="1992924" cy="360850"/>
          </a:xfrm>
          <a:prstGeom prst="rect">
            <a:avLst/>
          </a:prstGeom>
        </p:spPr>
        <p:txBody>
          <a:bodyPr>
            <a:noAutofit/>
          </a:bodyPr>
          <a:lstStyle>
            <a:lvl1pPr marL="0" indent="0" algn="ctr" rtl="0" eaLnBrk="0" fontAlgn="base" hangingPunct="0">
              <a:lnSpc>
                <a:spcPct val="90000"/>
              </a:lnSpc>
              <a:spcBef>
                <a:spcPts val="1000"/>
              </a:spcBef>
              <a:spcAft>
                <a:spcPct val="0"/>
              </a:spcAft>
              <a:buFontTx/>
              <a:buNone/>
              <a:defRPr sz="2000" b="0" kern="1200" baseline="0">
                <a:solidFill>
                  <a:schemeClr val="accent2"/>
                </a:solidFill>
                <a:latin typeface="微软雅黑 Light" panose="020B0502040204020203" pitchFamily="34" charset="-122"/>
                <a:ea typeface="微软雅黑 Light" panose="020B0502040204020203" pitchFamily="34" charset="-122"/>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0" fontAlgn="base" latinLnBrk="0" hangingPunct="0">
              <a:lnSpc>
                <a:spcPct val="90000"/>
              </a:lnSpc>
              <a:spcBef>
                <a:spcPts val="1000"/>
              </a:spcBef>
              <a:spcAft>
                <a:spcPct val="0"/>
              </a:spcAft>
              <a:buClrTx/>
              <a:buSzTx/>
              <a:buFontTx/>
              <a:buNone/>
              <a:tabLst/>
              <a:defRPr/>
            </a:pPr>
            <a:r>
              <a:rPr kumimoji="0" lang="en-US" altLang="zh-CN" sz="2000" b="0" i="0" u="none" strike="noStrike" kern="1200" cap="none" spc="0" normalizeH="0" baseline="0" noProof="0">
                <a:ln>
                  <a:noFill/>
                </a:ln>
                <a:solidFill>
                  <a:srgbClr val="3F3F3F"/>
                </a:solidFill>
                <a:effectLst/>
                <a:uLnTx/>
                <a:uFillTx/>
                <a:latin typeface="微软雅黑 Light" panose="020B0502040204020203" pitchFamily="34" charset="-122"/>
                <a:ea typeface="微软雅黑 Light" panose="020B0502040204020203" pitchFamily="34" charset="-122"/>
                <a:cs typeface="+mn-cs"/>
              </a:rPr>
              <a:t>CONTENTS</a:t>
            </a:r>
            <a:endParaRPr kumimoji="0" lang="zh-CN" altLang="en-US" sz="2000" b="0" i="0" u="none" strike="noStrike" kern="1200" cap="none" spc="0" normalizeH="0" baseline="0" noProof="0" dirty="0">
              <a:ln>
                <a:noFill/>
              </a:ln>
              <a:solidFill>
                <a:srgbClr val="3F3F3F"/>
              </a:solidFill>
              <a:effectLst/>
              <a:uLnTx/>
              <a:uFillTx/>
              <a:latin typeface="微软雅黑 Light" panose="020B0502040204020203" pitchFamily="34" charset="-122"/>
              <a:ea typeface="微软雅黑 Light" panose="020B0502040204020203" pitchFamily="34" charset="-122"/>
              <a:cs typeface="+mn-cs"/>
            </a:endParaRPr>
          </a:p>
        </p:txBody>
      </p:sp>
      <p:sp>
        <p:nvSpPr>
          <p:cNvPr id="25" name="矩形 24"/>
          <p:cNvSpPr/>
          <p:nvPr/>
        </p:nvSpPr>
        <p:spPr>
          <a:xfrm>
            <a:off x="2767873" y="5369423"/>
            <a:ext cx="583324" cy="6179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Tree>
    <p:extLst>
      <p:ext uri="{BB962C8B-B14F-4D97-AF65-F5344CB8AC3E}">
        <p14:creationId xmlns:p14="http://schemas.microsoft.com/office/powerpoint/2010/main" val="3964441344"/>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662994" y="4283909"/>
            <a:ext cx="4892610" cy="782043"/>
            <a:chOff x="5181690" y="2820871"/>
            <a:chExt cx="3446492" cy="550893"/>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1</a:t>
              </a:r>
              <a:endParaRPr kumimoji="0" lang="zh-CN" altLang="en-US"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5988603" y="2888229"/>
              <a:ext cx="2639579" cy="390252"/>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1200" cap="none" spc="300" normalizeH="0" baseline="0" noProof="0" dirty="0">
                  <a:ln>
                    <a:noFill/>
                  </a:ln>
                  <a:solidFill>
                    <a:prstClr val="black"/>
                  </a:solidFill>
                  <a:effectLst/>
                  <a:uLnTx/>
                  <a:uFillTx/>
                  <a:latin typeface="微软雅黑"/>
                  <a:ea typeface="微软雅黑"/>
                  <a:cs typeface="+mn-cs"/>
                </a:rPr>
                <a:t>成员介绍与分工</a:t>
              </a:r>
              <a:endParaRPr kumimoji="0" lang="zh-CN" altLang="en-US" sz="36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2429945843"/>
      </p:ext>
    </p:extLst>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成员介绍与分工</a:t>
            </a:r>
          </a:p>
        </p:txBody>
      </p:sp>
      <p:grpSp>
        <p:nvGrpSpPr>
          <p:cNvPr id="19" name="组合 18">
            <a:extLst>
              <a:ext uri="{FF2B5EF4-FFF2-40B4-BE49-F238E27FC236}">
                <a16:creationId xmlns:a16="http://schemas.microsoft.com/office/drawing/2014/main" id="{1F878FEE-4A16-4101-8605-05963C0C2010}"/>
              </a:ext>
            </a:extLst>
          </p:cNvPr>
          <p:cNvGrpSpPr/>
          <p:nvPr/>
        </p:nvGrpSpPr>
        <p:grpSpPr>
          <a:xfrm>
            <a:off x="1663104" y="3654847"/>
            <a:ext cx="1657350" cy="78394"/>
            <a:chOff x="1721420" y="2967038"/>
            <a:chExt cx="1657350" cy="78394"/>
          </a:xfrm>
          <a:solidFill>
            <a:schemeClr val="accent4"/>
          </a:solidFill>
        </p:grpSpPr>
        <p:cxnSp>
          <p:nvCxnSpPr>
            <p:cNvPr id="20" name="直接连接符 19">
              <a:extLst>
                <a:ext uri="{FF2B5EF4-FFF2-40B4-BE49-F238E27FC236}">
                  <a16:creationId xmlns:a16="http://schemas.microsoft.com/office/drawing/2014/main" id="{3D68916B-FF00-4BDF-A2F7-9A870D3F708A}"/>
                </a:ext>
              </a:extLst>
            </p:cNvPr>
            <p:cNvCxnSpPr/>
            <p:nvPr/>
          </p:nvCxnSpPr>
          <p:spPr>
            <a:xfrm>
              <a:off x="1721420" y="2971800"/>
              <a:ext cx="1657350" cy="0"/>
            </a:xfrm>
            <a:prstGeom prst="line">
              <a:avLst/>
            </a:prstGeom>
            <a:grpFill/>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1" name="等腰三角形 20">
              <a:extLst>
                <a:ext uri="{FF2B5EF4-FFF2-40B4-BE49-F238E27FC236}">
                  <a16:creationId xmlns:a16="http://schemas.microsoft.com/office/drawing/2014/main" id="{06277A43-3946-4E51-A573-25F0F89F9368}"/>
                </a:ext>
              </a:extLst>
            </p:cNvPr>
            <p:cNvSpPr/>
            <p:nvPr/>
          </p:nvSpPr>
          <p:spPr>
            <a:xfrm flipV="1">
              <a:off x="2504627" y="2967038"/>
              <a:ext cx="90936" cy="78394"/>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grpSp>
      <p:sp>
        <p:nvSpPr>
          <p:cNvPr id="22" name="文本框 21">
            <a:extLst>
              <a:ext uri="{FF2B5EF4-FFF2-40B4-BE49-F238E27FC236}">
                <a16:creationId xmlns:a16="http://schemas.microsoft.com/office/drawing/2014/main" id="{8A5BDF80-372D-4445-BE80-17B1660D9F4C}"/>
              </a:ext>
            </a:extLst>
          </p:cNvPr>
          <p:cNvSpPr txBox="1"/>
          <p:nvPr/>
        </p:nvSpPr>
        <p:spPr>
          <a:xfrm>
            <a:off x="1051890" y="3694044"/>
            <a:ext cx="2879778" cy="1047934"/>
          </a:xfrm>
          <a:prstGeom prst="rect">
            <a:avLst/>
          </a:prstGeom>
          <a:noFill/>
          <a:ln>
            <a:noFill/>
          </a:ln>
        </p:spPr>
        <p:txBody>
          <a:bodyPr wrap="square" lIns="180000" tIns="180000" rIns="180000" bIns="180000" rtlCol="0">
            <a:spAutoFit/>
          </a:bodyPr>
          <a:lstStyle>
            <a:defPPr>
              <a:defRPr lang="zh-CN"/>
            </a:defPPr>
            <a:lvl1pPr>
              <a:lnSpc>
                <a:spcPct val="130000"/>
              </a:lnSpc>
              <a:defRPr spc="100">
                <a:solidFill>
                  <a:schemeClr val="tx1">
                    <a:lumMod val="75000"/>
                    <a:lumOff val="25000"/>
                  </a:schemeClr>
                </a:solidFill>
              </a:defRPr>
            </a:lvl1pPr>
          </a:lstStyle>
          <a:p>
            <a:pPr marL="0" marR="0" lvl="0" indent="0" algn="ctr" defTabSz="914400" rtl="0" eaLnBrk="1" fontAlgn="base" latinLnBrk="0" hangingPunct="1">
              <a:lnSpc>
                <a:spcPct val="130000"/>
              </a:lnSpc>
              <a:spcBef>
                <a:spcPct val="0"/>
              </a:spcBef>
              <a:spcAft>
                <a:spcPct val="0"/>
              </a:spcAft>
              <a:buClrTx/>
              <a:buSzTx/>
              <a:buFontTx/>
              <a:buNone/>
              <a:tabLst/>
              <a:defRPr/>
            </a:pPr>
            <a:r>
              <a:rPr kumimoji="0" lang="zh-CN" altLang="en-US" sz="1800" b="0" i="0" u="none" strike="noStrike" kern="1200" cap="none" spc="100" normalizeH="0" baseline="0" noProof="0" dirty="0">
                <a:ln>
                  <a:noFill/>
                </a:ln>
                <a:solidFill>
                  <a:prstClr val="black"/>
                </a:solidFill>
                <a:effectLst/>
                <a:uLnTx/>
                <a:uFillTx/>
                <a:latin typeface="Century Gothic" panose="020B0502020202020204" pitchFamily="34" charset="0"/>
                <a:ea typeface="微软雅黑" panose="020B0503020204020204" pitchFamily="34" charset="-122"/>
                <a:cs typeface="+mn-cs"/>
              </a:rPr>
              <a:t>运算逻辑开发、测试代码编写、接口集成</a:t>
            </a:r>
          </a:p>
        </p:txBody>
      </p:sp>
      <p:grpSp>
        <p:nvGrpSpPr>
          <p:cNvPr id="24" name="组合 23">
            <a:extLst>
              <a:ext uri="{FF2B5EF4-FFF2-40B4-BE49-F238E27FC236}">
                <a16:creationId xmlns:a16="http://schemas.microsoft.com/office/drawing/2014/main" id="{EB0368D6-1A2F-4EE2-88ED-B54D0CB040E9}"/>
              </a:ext>
            </a:extLst>
          </p:cNvPr>
          <p:cNvGrpSpPr/>
          <p:nvPr/>
        </p:nvGrpSpPr>
        <p:grpSpPr>
          <a:xfrm>
            <a:off x="5312793" y="3654847"/>
            <a:ext cx="1657350" cy="78394"/>
            <a:chOff x="1721420" y="2967038"/>
            <a:chExt cx="1657350" cy="78394"/>
          </a:xfrm>
          <a:solidFill>
            <a:schemeClr val="accent4"/>
          </a:solidFill>
        </p:grpSpPr>
        <p:cxnSp>
          <p:nvCxnSpPr>
            <p:cNvPr id="25" name="直接连接符 24">
              <a:extLst>
                <a:ext uri="{FF2B5EF4-FFF2-40B4-BE49-F238E27FC236}">
                  <a16:creationId xmlns:a16="http://schemas.microsoft.com/office/drawing/2014/main" id="{11174D3D-605D-407A-862A-4D7738A58B0E}"/>
                </a:ext>
              </a:extLst>
            </p:cNvPr>
            <p:cNvCxnSpPr/>
            <p:nvPr/>
          </p:nvCxnSpPr>
          <p:spPr>
            <a:xfrm>
              <a:off x="1721420" y="2971800"/>
              <a:ext cx="1657350" cy="0"/>
            </a:xfrm>
            <a:prstGeom prst="line">
              <a:avLst/>
            </a:prstGeom>
            <a:grpFill/>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6" name="等腰三角形 25">
              <a:extLst>
                <a:ext uri="{FF2B5EF4-FFF2-40B4-BE49-F238E27FC236}">
                  <a16:creationId xmlns:a16="http://schemas.microsoft.com/office/drawing/2014/main" id="{E9647B3D-00E3-4A3C-9291-69DADF0283C3}"/>
                </a:ext>
              </a:extLst>
            </p:cNvPr>
            <p:cNvSpPr/>
            <p:nvPr/>
          </p:nvSpPr>
          <p:spPr>
            <a:xfrm flipV="1">
              <a:off x="2504627" y="2967038"/>
              <a:ext cx="90936" cy="78394"/>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grpSp>
      <p:sp>
        <p:nvSpPr>
          <p:cNvPr id="27" name="文本框 26">
            <a:extLst>
              <a:ext uri="{FF2B5EF4-FFF2-40B4-BE49-F238E27FC236}">
                <a16:creationId xmlns:a16="http://schemas.microsoft.com/office/drawing/2014/main" id="{46509FA7-CC25-43A9-AD21-7CAC8619DBE0}"/>
              </a:ext>
            </a:extLst>
          </p:cNvPr>
          <p:cNvSpPr txBox="1"/>
          <p:nvPr/>
        </p:nvSpPr>
        <p:spPr>
          <a:xfrm>
            <a:off x="4701579" y="3694044"/>
            <a:ext cx="2879778" cy="1408032"/>
          </a:xfrm>
          <a:prstGeom prst="rect">
            <a:avLst/>
          </a:prstGeom>
          <a:noFill/>
          <a:ln>
            <a:noFill/>
          </a:ln>
        </p:spPr>
        <p:txBody>
          <a:bodyPr wrap="square" lIns="180000" tIns="180000" rIns="180000" bIns="180000" rtlCol="0">
            <a:spAutoFit/>
          </a:bodyPr>
          <a:lstStyle>
            <a:defPPr>
              <a:defRPr lang="zh-CN"/>
            </a:defPPr>
            <a:lvl1pPr>
              <a:lnSpc>
                <a:spcPct val="130000"/>
              </a:lnSpc>
              <a:defRPr spc="100">
                <a:solidFill>
                  <a:schemeClr val="tx1">
                    <a:lumMod val="75000"/>
                    <a:lumOff val="25000"/>
                  </a:schemeClr>
                </a:solidFill>
              </a:defRPr>
            </a:lvl1pPr>
          </a:lstStyle>
          <a:p>
            <a:pPr marL="0" marR="0" lvl="0" indent="0" algn="ctr" defTabSz="914400" rtl="0" eaLnBrk="1" fontAlgn="base" latinLnBrk="0" hangingPunct="1">
              <a:lnSpc>
                <a:spcPct val="130000"/>
              </a:lnSpc>
              <a:spcBef>
                <a:spcPct val="0"/>
              </a:spcBef>
              <a:spcAft>
                <a:spcPct val="0"/>
              </a:spcAft>
              <a:buClrTx/>
              <a:buSzTx/>
              <a:buFontTx/>
              <a:buNone/>
              <a:tabLst/>
              <a:defRPr/>
            </a:pPr>
            <a:r>
              <a:rPr lang="en-US" altLang="zh-CN" dirty="0">
                <a:solidFill>
                  <a:prstClr val="black"/>
                </a:solidFill>
                <a:latin typeface="Century Gothic" panose="020B0502020202020204" pitchFamily="34" charset="0"/>
                <a:ea typeface="微软雅黑" panose="020B0503020204020204" pitchFamily="34" charset="-122"/>
              </a:rPr>
              <a:t>CPU</a:t>
            </a:r>
            <a:r>
              <a:rPr lang="zh-CN" altLang="en-US" dirty="0">
                <a:solidFill>
                  <a:prstClr val="black"/>
                </a:solidFill>
                <a:latin typeface="Century Gothic" panose="020B0502020202020204" pitchFamily="34" charset="0"/>
                <a:ea typeface="微软雅黑" panose="020B0503020204020204" pitchFamily="34" charset="-122"/>
              </a:rPr>
              <a:t>流水线开发、仿真测试、</a:t>
            </a:r>
            <a:r>
              <a:rPr lang="en-US" altLang="zh-CN" dirty="0">
                <a:solidFill>
                  <a:prstClr val="black"/>
                </a:solidFill>
                <a:latin typeface="Century Gothic" panose="020B0502020202020204" pitchFamily="34" charset="0"/>
                <a:ea typeface="微软雅黑" panose="020B0503020204020204" pitchFamily="34" charset="-122"/>
              </a:rPr>
              <a:t>UART</a:t>
            </a:r>
            <a:r>
              <a:rPr lang="zh-CN" altLang="en-US" dirty="0">
                <a:solidFill>
                  <a:prstClr val="black"/>
                </a:solidFill>
                <a:latin typeface="Century Gothic" panose="020B0502020202020204" pitchFamily="34" charset="0"/>
                <a:ea typeface="微软雅黑" panose="020B0503020204020204" pitchFamily="34" charset="-122"/>
              </a:rPr>
              <a:t>控制器开发</a:t>
            </a:r>
            <a:endParaRPr kumimoji="0" lang="zh-CN" altLang="en-US" sz="1800" b="0" i="0" u="none" strike="noStrike" kern="1200" cap="none" spc="100" normalizeH="0" baseline="0" noProof="0" dirty="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grpSp>
        <p:nvGrpSpPr>
          <p:cNvPr id="29" name="组合 28">
            <a:extLst>
              <a:ext uri="{FF2B5EF4-FFF2-40B4-BE49-F238E27FC236}">
                <a16:creationId xmlns:a16="http://schemas.microsoft.com/office/drawing/2014/main" id="{706525DB-19BC-462A-8490-7A0DEEFC03D5}"/>
              </a:ext>
            </a:extLst>
          </p:cNvPr>
          <p:cNvGrpSpPr/>
          <p:nvPr/>
        </p:nvGrpSpPr>
        <p:grpSpPr>
          <a:xfrm>
            <a:off x="8962482" y="3654847"/>
            <a:ext cx="1657350" cy="78394"/>
            <a:chOff x="1721420" y="2967038"/>
            <a:chExt cx="1657350" cy="78394"/>
          </a:xfrm>
          <a:solidFill>
            <a:schemeClr val="accent4"/>
          </a:solidFill>
        </p:grpSpPr>
        <p:cxnSp>
          <p:nvCxnSpPr>
            <p:cNvPr id="30" name="直接连接符 29">
              <a:extLst>
                <a:ext uri="{FF2B5EF4-FFF2-40B4-BE49-F238E27FC236}">
                  <a16:creationId xmlns:a16="http://schemas.microsoft.com/office/drawing/2014/main" id="{A42D2A68-50CE-4645-936E-AC0F7E50FE56}"/>
                </a:ext>
              </a:extLst>
            </p:cNvPr>
            <p:cNvCxnSpPr/>
            <p:nvPr/>
          </p:nvCxnSpPr>
          <p:spPr>
            <a:xfrm>
              <a:off x="1721420" y="2971800"/>
              <a:ext cx="1657350" cy="0"/>
            </a:xfrm>
            <a:prstGeom prst="line">
              <a:avLst/>
            </a:prstGeom>
            <a:grpFill/>
            <a:ln>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31" name="等腰三角形 30">
              <a:extLst>
                <a:ext uri="{FF2B5EF4-FFF2-40B4-BE49-F238E27FC236}">
                  <a16:creationId xmlns:a16="http://schemas.microsoft.com/office/drawing/2014/main" id="{D5C0F6B4-D79A-422E-94C3-D32EAA46173C}"/>
                </a:ext>
              </a:extLst>
            </p:cNvPr>
            <p:cNvSpPr/>
            <p:nvPr/>
          </p:nvSpPr>
          <p:spPr>
            <a:xfrm flipV="1">
              <a:off x="2504627" y="2967038"/>
              <a:ext cx="90936" cy="78394"/>
            </a:xfrm>
            <a:prstGeom prst="triangle">
              <a:avLst/>
            </a:prstGeom>
            <a:grp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grpSp>
      <p:sp>
        <p:nvSpPr>
          <p:cNvPr id="32" name="文本框 31">
            <a:extLst>
              <a:ext uri="{FF2B5EF4-FFF2-40B4-BE49-F238E27FC236}">
                <a16:creationId xmlns:a16="http://schemas.microsoft.com/office/drawing/2014/main" id="{C8567C1E-6AC3-4EB5-B66B-0DC0B38A98C8}"/>
              </a:ext>
            </a:extLst>
          </p:cNvPr>
          <p:cNvSpPr txBox="1"/>
          <p:nvPr/>
        </p:nvSpPr>
        <p:spPr>
          <a:xfrm>
            <a:off x="8351268" y="3694044"/>
            <a:ext cx="2879778" cy="1044921"/>
          </a:xfrm>
          <a:prstGeom prst="rect">
            <a:avLst/>
          </a:prstGeom>
          <a:noFill/>
          <a:ln>
            <a:noFill/>
          </a:ln>
        </p:spPr>
        <p:txBody>
          <a:bodyPr wrap="square" lIns="180000" tIns="180000" rIns="180000" bIns="180000" rtlCol="0">
            <a:spAutoFit/>
          </a:bodyPr>
          <a:lstStyle>
            <a:defPPr>
              <a:defRPr lang="zh-CN"/>
            </a:defPPr>
            <a:lvl1pPr>
              <a:lnSpc>
                <a:spcPct val="130000"/>
              </a:lnSpc>
              <a:defRPr spc="100">
                <a:solidFill>
                  <a:schemeClr val="tx1">
                    <a:lumMod val="75000"/>
                    <a:lumOff val="25000"/>
                  </a:schemeClr>
                </a:solidFill>
              </a:defRPr>
            </a:lvl1pPr>
          </a:lstStyle>
          <a:p>
            <a:pPr marL="0" marR="0" lvl="0" indent="0" algn="ctr" defTabSz="914400" rtl="0" eaLnBrk="1" fontAlgn="base" latinLnBrk="0" hangingPunct="1">
              <a:lnSpc>
                <a:spcPct val="130000"/>
              </a:lnSpc>
              <a:spcBef>
                <a:spcPct val="0"/>
              </a:spcBef>
              <a:spcAft>
                <a:spcPct val="0"/>
              </a:spcAft>
              <a:buClrTx/>
              <a:buSzTx/>
              <a:buFontTx/>
              <a:buNone/>
              <a:tabLst/>
              <a:defRPr/>
            </a:pPr>
            <a:r>
              <a:rPr lang="zh-CN" altLang="en-US" dirty="0">
                <a:solidFill>
                  <a:prstClr val="black"/>
                </a:solidFill>
                <a:latin typeface="Century Gothic" panose="020B0502020202020204" pitchFamily="34" charset="0"/>
                <a:ea typeface="微软雅黑" panose="020B0503020204020204" pitchFamily="34" charset="-122"/>
              </a:rPr>
              <a:t>控制逻辑开发、数码管控制器开发</a:t>
            </a:r>
            <a:endParaRPr kumimoji="0" lang="zh-CN" altLang="en-US" sz="1800" b="0" i="0" u="none" strike="noStrike" kern="1200" cap="none" spc="100" normalizeH="0" baseline="0" noProof="0" dirty="0">
              <a:ln>
                <a:noFill/>
              </a:ln>
              <a:solidFill>
                <a:prstClr val="black"/>
              </a:solidFill>
              <a:effectLst/>
              <a:uLnTx/>
              <a:uFillTx/>
              <a:latin typeface="Century Gothic" panose="020B0502020202020204" pitchFamily="34" charset="0"/>
              <a:ea typeface="微软雅黑" panose="020B0503020204020204" pitchFamily="34" charset="-122"/>
              <a:cs typeface="+mn-cs"/>
            </a:endParaRPr>
          </a:p>
        </p:txBody>
      </p:sp>
      <p:pic>
        <p:nvPicPr>
          <p:cNvPr id="34" name="图片占位符 32">
            <a:extLst>
              <a:ext uri="{FF2B5EF4-FFF2-40B4-BE49-F238E27FC236}">
                <a16:creationId xmlns:a16="http://schemas.microsoft.com/office/drawing/2014/main" id="{3FACD619-AF45-4ACC-A809-C89441971CA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1191" t="-60093" r="110789" b="60093"/>
          <a:stretch/>
        </p:blipFill>
        <p:spPr>
          <a:xfrm>
            <a:off x="1562552" y="1483001"/>
            <a:ext cx="1767600" cy="1767600"/>
          </a:xfrm>
          <a:prstGeom prst="ellipse">
            <a:avLst/>
          </a:prstGeom>
          <a:solidFill>
            <a:schemeClr val="accent6">
              <a:lumMod val="40000"/>
              <a:lumOff val="60000"/>
            </a:schemeClr>
          </a:solidFill>
          <a:ln w="98425">
            <a:solidFill>
              <a:srgbClr val="FFFFFF"/>
            </a:solidFill>
            <a:miter lim="800000"/>
          </a:ln>
          <a:effectLst>
            <a:outerShdw blurRad="368300" dist="50800" dir="5400000" sx="97000" sy="97000" algn="t" rotWithShape="0">
              <a:prstClr val="black">
                <a:alpha val="26000"/>
              </a:prstClr>
            </a:outerShdw>
          </a:effectLst>
        </p:spPr>
      </p:pic>
      <p:pic>
        <p:nvPicPr>
          <p:cNvPr id="35" name="图片占位符 32">
            <a:extLst>
              <a:ext uri="{FF2B5EF4-FFF2-40B4-BE49-F238E27FC236}">
                <a16:creationId xmlns:a16="http://schemas.microsoft.com/office/drawing/2014/main" id="{22063106-C4CF-445C-960D-978FA29441D2}"/>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1191" t="-60093" r="110789" b="60093"/>
          <a:stretch/>
        </p:blipFill>
        <p:spPr>
          <a:xfrm>
            <a:off x="5212200" y="1434984"/>
            <a:ext cx="1767600" cy="1767600"/>
          </a:xfrm>
          <a:prstGeom prst="ellipse">
            <a:avLst/>
          </a:prstGeom>
          <a:solidFill>
            <a:schemeClr val="accent6">
              <a:lumMod val="40000"/>
              <a:lumOff val="60000"/>
            </a:schemeClr>
          </a:solidFill>
          <a:ln w="98425">
            <a:solidFill>
              <a:srgbClr val="FFFFFF"/>
            </a:solidFill>
            <a:miter lim="800000"/>
          </a:ln>
          <a:effectLst>
            <a:outerShdw blurRad="368300" dist="50800" dir="5400000" sx="97000" sy="97000" algn="t" rotWithShape="0">
              <a:prstClr val="black">
                <a:alpha val="26000"/>
              </a:prstClr>
            </a:outerShdw>
          </a:effectLst>
        </p:spPr>
      </p:pic>
      <p:pic>
        <p:nvPicPr>
          <p:cNvPr id="36" name="图片占位符 32">
            <a:extLst>
              <a:ext uri="{FF2B5EF4-FFF2-40B4-BE49-F238E27FC236}">
                <a16:creationId xmlns:a16="http://schemas.microsoft.com/office/drawing/2014/main" id="{99627F53-70CD-4828-BC07-A6AF31BCD53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11191" t="-60093" r="110789" b="60093"/>
          <a:stretch/>
        </p:blipFill>
        <p:spPr>
          <a:xfrm>
            <a:off x="8907357" y="1435554"/>
            <a:ext cx="1767600" cy="1767600"/>
          </a:xfrm>
          <a:prstGeom prst="ellipse">
            <a:avLst/>
          </a:prstGeom>
          <a:solidFill>
            <a:schemeClr val="accent6">
              <a:lumMod val="40000"/>
              <a:lumOff val="60000"/>
            </a:schemeClr>
          </a:solidFill>
          <a:ln w="98425">
            <a:solidFill>
              <a:srgbClr val="FFFFFF"/>
            </a:solidFill>
            <a:miter lim="800000"/>
          </a:ln>
          <a:effectLst>
            <a:outerShdw blurRad="368300" dist="50800" dir="5400000" sx="97000" sy="97000" algn="t" rotWithShape="0">
              <a:prstClr val="black">
                <a:alpha val="26000"/>
              </a:prstClr>
            </a:outerShdw>
          </a:effectLst>
        </p:spPr>
      </p:pic>
      <p:sp>
        <p:nvSpPr>
          <p:cNvPr id="2" name="文本框 1">
            <a:extLst>
              <a:ext uri="{FF2B5EF4-FFF2-40B4-BE49-F238E27FC236}">
                <a16:creationId xmlns:a16="http://schemas.microsoft.com/office/drawing/2014/main" id="{ADBA2B98-3C79-4D80-945E-1EC4B205A499}"/>
              </a:ext>
            </a:extLst>
          </p:cNvPr>
          <p:cNvSpPr txBox="1"/>
          <p:nvPr/>
        </p:nvSpPr>
        <p:spPr>
          <a:xfrm>
            <a:off x="1746956" y="2026396"/>
            <a:ext cx="1583196" cy="584775"/>
          </a:xfrm>
          <a:prstGeom prst="rect">
            <a:avLst/>
          </a:prstGeom>
          <a:noFill/>
        </p:spPr>
        <p:txBody>
          <a:bodyPr wrap="square" rtlCol="0">
            <a:spAutoFit/>
          </a:bodyPr>
          <a:lstStyle/>
          <a:p>
            <a:r>
              <a:rPr lang="zh-CN" altLang="en-US" sz="3200" b="1" dirty="0"/>
              <a:t>丘绎楦</a:t>
            </a:r>
            <a:endParaRPr lang="en-US" sz="3200" b="1" dirty="0"/>
          </a:p>
        </p:txBody>
      </p:sp>
      <p:sp>
        <p:nvSpPr>
          <p:cNvPr id="39" name="文本框 38">
            <a:extLst>
              <a:ext uri="{FF2B5EF4-FFF2-40B4-BE49-F238E27FC236}">
                <a16:creationId xmlns:a16="http://schemas.microsoft.com/office/drawing/2014/main" id="{4953F84B-C625-43DF-8BA6-5DDDAAAB4D26}"/>
              </a:ext>
            </a:extLst>
          </p:cNvPr>
          <p:cNvSpPr txBox="1"/>
          <p:nvPr/>
        </p:nvSpPr>
        <p:spPr>
          <a:xfrm>
            <a:off x="5396604" y="2026396"/>
            <a:ext cx="1583196" cy="584775"/>
          </a:xfrm>
          <a:prstGeom prst="rect">
            <a:avLst/>
          </a:prstGeom>
          <a:noFill/>
        </p:spPr>
        <p:txBody>
          <a:bodyPr wrap="square" rtlCol="0">
            <a:spAutoFit/>
          </a:bodyPr>
          <a:lstStyle/>
          <a:p>
            <a:r>
              <a:rPr lang="zh-CN" altLang="en-US" sz="3200" b="1" dirty="0"/>
              <a:t>曾泇睷</a:t>
            </a:r>
            <a:endParaRPr lang="en-US" sz="3200" b="1" dirty="0"/>
          </a:p>
        </p:txBody>
      </p:sp>
      <p:sp>
        <p:nvSpPr>
          <p:cNvPr id="40" name="文本框 39">
            <a:extLst>
              <a:ext uri="{FF2B5EF4-FFF2-40B4-BE49-F238E27FC236}">
                <a16:creationId xmlns:a16="http://schemas.microsoft.com/office/drawing/2014/main" id="{2CB0EB0F-8E06-4092-AAA7-614FD1F3FBD1}"/>
              </a:ext>
            </a:extLst>
          </p:cNvPr>
          <p:cNvSpPr txBox="1"/>
          <p:nvPr/>
        </p:nvSpPr>
        <p:spPr>
          <a:xfrm>
            <a:off x="9091761" y="2026396"/>
            <a:ext cx="1583196" cy="584775"/>
          </a:xfrm>
          <a:prstGeom prst="rect">
            <a:avLst/>
          </a:prstGeom>
          <a:noFill/>
        </p:spPr>
        <p:txBody>
          <a:bodyPr wrap="square" rtlCol="0">
            <a:spAutoFit/>
          </a:bodyPr>
          <a:lstStyle/>
          <a:p>
            <a:r>
              <a:rPr lang="zh-CN" altLang="en-US" sz="3200" b="1" dirty="0"/>
              <a:t>孙将斌</a:t>
            </a:r>
            <a:endParaRPr lang="en-US" sz="3200" b="1" dirty="0"/>
          </a:p>
        </p:txBody>
      </p:sp>
    </p:spTree>
    <p:extLst>
      <p:ext uri="{BB962C8B-B14F-4D97-AF65-F5344CB8AC3E}">
        <p14:creationId xmlns:p14="http://schemas.microsoft.com/office/powerpoint/2010/main" val="212613459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662994" y="4283909"/>
            <a:ext cx="4892610" cy="782043"/>
            <a:chOff x="5181690" y="2820871"/>
            <a:chExt cx="3446492" cy="550893"/>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2</a:t>
              </a:r>
              <a:endParaRPr kumimoji="0" lang="zh-CN" altLang="en-US"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5988603" y="2888229"/>
              <a:ext cx="2639579" cy="390252"/>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1200" cap="none" spc="300" normalizeH="0" baseline="0" noProof="0" dirty="0">
                  <a:ln>
                    <a:noFill/>
                  </a:ln>
                  <a:solidFill>
                    <a:prstClr val="black"/>
                  </a:solidFill>
                  <a:effectLst/>
                  <a:uLnTx/>
                  <a:uFillTx/>
                  <a:latin typeface="微软雅黑"/>
                  <a:ea typeface="微软雅黑"/>
                  <a:cs typeface="+mn-cs"/>
                </a:rPr>
                <a:t>实验需求</a:t>
              </a:r>
              <a:endParaRPr kumimoji="0" lang="zh-CN" altLang="en-US" sz="36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3868973398"/>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矩形 12">
            <a:extLst>
              <a:ext uri="{FF2B5EF4-FFF2-40B4-BE49-F238E27FC236}">
                <a16:creationId xmlns:a16="http://schemas.microsoft.com/office/drawing/2014/main" id="{F9399C7E-A646-423A-A81A-33CB60BD2B9B}"/>
              </a:ext>
            </a:extLst>
          </p:cNvPr>
          <p:cNvSpPr/>
          <p:nvPr/>
        </p:nvSpPr>
        <p:spPr>
          <a:xfrm>
            <a:off x="6083300" y="1333141"/>
            <a:ext cx="5435600" cy="4389376"/>
          </a:xfrm>
          <a:prstGeom prst="rect">
            <a:avLst/>
          </a:prstGeom>
          <a:noFill/>
          <a:ln w="2857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0" name="标题 9"/>
          <p:cNvSpPr>
            <a:spLocks noGrp="1"/>
          </p:cNvSpPr>
          <p:nvPr>
            <p:ph type="title"/>
          </p:nvPr>
        </p:nvSpPr>
        <p:spPr/>
        <p:txBody>
          <a:bodyPr/>
          <a:lstStyle/>
          <a:p>
            <a:r>
              <a:rPr lang="zh-CN" altLang="en-US" dirty="0"/>
              <a:t>实验需求</a:t>
            </a:r>
          </a:p>
        </p:txBody>
      </p:sp>
      <p:sp>
        <p:nvSpPr>
          <p:cNvPr id="12" name="矩形 11">
            <a:extLst>
              <a:ext uri="{FF2B5EF4-FFF2-40B4-BE49-F238E27FC236}">
                <a16:creationId xmlns:a16="http://schemas.microsoft.com/office/drawing/2014/main" id="{639F7488-70A1-4EFE-B7FB-1D1F5A9136B3}"/>
              </a:ext>
            </a:extLst>
          </p:cNvPr>
          <p:cNvSpPr/>
          <p:nvPr/>
        </p:nvSpPr>
        <p:spPr>
          <a:xfrm>
            <a:off x="660400" y="1333141"/>
            <a:ext cx="5435600" cy="4389376"/>
          </a:xfrm>
          <a:prstGeom prst="rect">
            <a:avLst/>
          </a:prstGeom>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4" name="等腰三角形 13">
            <a:extLst>
              <a:ext uri="{FF2B5EF4-FFF2-40B4-BE49-F238E27FC236}">
                <a16:creationId xmlns:a16="http://schemas.microsoft.com/office/drawing/2014/main" id="{D82B473C-24BC-4079-8D28-B96C26E2642F}"/>
              </a:ext>
            </a:extLst>
          </p:cNvPr>
          <p:cNvSpPr/>
          <p:nvPr/>
        </p:nvSpPr>
        <p:spPr>
          <a:xfrm rot="5400000">
            <a:off x="6051370" y="3430202"/>
            <a:ext cx="292707" cy="19513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15" name="文本框 14">
            <a:extLst>
              <a:ext uri="{FF2B5EF4-FFF2-40B4-BE49-F238E27FC236}">
                <a16:creationId xmlns:a16="http://schemas.microsoft.com/office/drawing/2014/main" id="{ED280140-DC9E-4158-9141-E017629EDCEF}"/>
              </a:ext>
            </a:extLst>
          </p:cNvPr>
          <p:cNvSpPr txBox="1"/>
          <p:nvPr/>
        </p:nvSpPr>
        <p:spPr>
          <a:xfrm>
            <a:off x="6674790" y="1745927"/>
            <a:ext cx="4856810" cy="505588"/>
          </a:xfrm>
          <a:prstGeom prst="rect">
            <a:avLst/>
          </a:prstGeom>
          <a:noFill/>
        </p:spPr>
        <p:txBody>
          <a:bodyPr wrap="square" lIns="0" tIns="0" rIns="0" bIns="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300" normalizeH="0" baseline="0" noProof="0" dirty="0">
                <a:ln>
                  <a:noFill/>
                </a:ln>
                <a:solidFill>
                  <a:srgbClr val="A13F0B"/>
                </a:solidFill>
                <a:effectLst/>
                <a:uLnTx/>
                <a:uFillTx/>
                <a:latin typeface="微软雅黑"/>
                <a:ea typeface="微软雅黑"/>
                <a:cs typeface="+mn-cs"/>
              </a:rPr>
              <a:t>汇编与接口课程设计任务</a:t>
            </a:r>
          </a:p>
        </p:txBody>
      </p:sp>
      <p:cxnSp>
        <p:nvCxnSpPr>
          <p:cNvPr id="22" name="直接连接符 21">
            <a:extLst>
              <a:ext uri="{FF2B5EF4-FFF2-40B4-BE49-F238E27FC236}">
                <a16:creationId xmlns:a16="http://schemas.microsoft.com/office/drawing/2014/main" id="{058844B0-95A5-4EE9-93A4-81C5B7279E43}"/>
              </a:ext>
            </a:extLst>
          </p:cNvPr>
          <p:cNvCxnSpPr>
            <a:cxnSpLocks/>
          </p:cNvCxnSpPr>
          <p:nvPr/>
        </p:nvCxnSpPr>
        <p:spPr>
          <a:xfrm>
            <a:off x="6718439" y="2524184"/>
            <a:ext cx="559638"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文本框 22">
            <a:extLst>
              <a:ext uri="{FF2B5EF4-FFF2-40B4-BE49-F238E27FC236}">
                <a16:creationId xmlns:a16="http://schemas.microsoft.com/office/drawing/2014/main" id="{2A293663-D3EA-41D6-B7D2-3C1270AE30EF}"/>
              </a:ext>
            </a:extLst>
          </p:cNvPr>
          <p:cNvSpPr txBox="1"/>
          <p:nvPr/>
        </p:nvSpPr>
        <p:spPr>
          <a:xfrm>
            <a:off x="6669298" y="2743453"/>
            <a:ext cx="4572000" cy="1568635"/>
          </a:xfrm>
          <a:prstGeom prst="rect">
            <a:avLst/>
          </a:prstGeom>
          <a:noFill/>
        </p:spPr>
        <p:txBody>
          <a:bodyPr wrap="square" lIns="0" tIns="0" rIns="0" bIns="0" rtlCol="0">
            <a:spAutoFit/>
          </a:bodyPr>
          <a:lstStyle/>
          <a:p>
            <a:pPr marL="0" marR="0" lvl="0" indent="0" algn="just" defTabSz="914400" rtl="0" eaLnBrk="1" fontAlgn="base" latinLnBrk="0" hangingPunct="0">
              <a:lnSpc>
                <a:spcPct val="130000"/>
              </a:lnSpc>
              <a:spcBef>
                <a:spcPct val="0"/>
              </a:spcBef>
              <a:spcAft>
                <a:spcPct val="0"/>
              </a:spcAft>
              <a:buClrTx/>
              <a:buSzTx/>
              <a:buFontTx/>
              <a:buNone/>
              <a:tabLst/>
              <a:defRPr/>
            </a:pPr>
            <a:r>
              <a:rPr kumimoji="0" lang="zh-CN" altLang="en-US" sz="1600" b="0" i="0" u="none" strike="noStrike" kern="1200" cap="none" spc="300" normalizeH="0" baseline="0" noProof="0" dirty="0">
                <a:ln>
                  <a:noFill/>
                </a:ln>
                <a:solidFill>
                  <a:prstClr val="black">
                    <a:lumMod val="85000"/>
                    <a:lumOff val="15000"/>
                  </a:prstClr>
                </a:solidFill>
                <a:effectLst/>
                <a:uLnTx/>
                <a:uFillTx/>
                <a:latin typeface="Century Gothic" panose="020B0502020202020204" pitchFamily="34" charset="0"/>
                <a:ea typeface="微软雅黑" panose="020B0503020204020204" pitchFamily="34" charset="-122"/>
                <a:cs typeface="+mn-cs"/>
              </a:rPr>
              <a:t>课程主要任务是基于计组设计的</a:t>
            </a:r>
            <a:r>
              <a:rPr kumimoji="0" lang="en-US" altLang="zh-CN" sz="1600" b="0" i="0" u="none" strike="noStrike" kern="1200" cap="none" spc="300" normalizeH="0" baseline="0" noProof="0" dirty="0">
                <a:ln>
                  <a:noFill/>
                </a:ln>
                <a:solidFill>
                  <a:prstClr val="black">
                    <a:lumMod val="85000"/>
                    <a:lumOff val="15000"/>
                  </a:prstClr>
                </a:solidFill>
                <a:effectLst/>
                <a:uLnTx/>
                <a:uFillTx/>
                <a:latin typeface="Century Gothic" panose="020B0502020202020204" pitchFamily="34" charset="0"/>
                <a:ea typeface="微软雅黑" panose="020B0503020204020204" pitchFamily="34" charset="-122"/>
                <a:cs typeface="+mn-cs"/>
              </a:rPr>
              <a:t>CPU</a:t>
            </a:r>
            <a:r>
              <a:rPr kumimoji="0" lang="zh-CN" altLang="en-US" sz="1600" b="0" i="0" u="none" strike="noStrike" kern="1200" cap="none" spc="300" normalizeH="0" baseline="0" noProof="0" dirty="0">
                <a:ln>
                  <a:noFill/>
                </a:ln>
                <a:solidFill>
                  <a:prstClr val="black">
                    <a:lumMod val="85000"/>
                    <a:lumOff val="15000"/>
                  </a:prstClr>
                </a:solidFill>
                <a:effectLst/>
                <a:uLnTx/>
                <a:uFillTx/>
                <a:latin typeface="Century Gothic" panose="020B0502020202020204" pitchFamily="34" charset="0"/>
                <a:ea typeface="微软雅黑" panose="020B0503020204020204" pitchFamily="34" charset="-122"/>
                <a:cs typeface="+mn-cs"/>
              </a:rPr>
              <a:t>基础上，熟悉汇编语言，基于精工实验开发板，设计并且实现一种外设接口控制器，为计算机系统的集成提供外设和软件部分。</a:t>
            </a:r>
          </a:p>
        </p:txBody>
      </p:sp>
      <p:sp>
        <p:nvSpPr>
          <p:cNvPr id="24" name="文本框 23">
            <a:extLst>
              <a:ext uri="{FF2B5EF4-FFF2-40B4-BE49-F238E27FC236}">
                <a16:creationId xmlns:a16="http://schemas.microsoft.com/office/drawing/2014/main" id="{ACFFC922-C1F3-419D-B1E7-D7E0BBB372A6}"/>
              </a:ext>
            </a:extLst>
          </p:cNvPr>
          <p:cNvSpPr txBox="1"/>
          <p:nvPr/>
        </p:nvSpPr>
        <p:spPr>
          <a:xfrm>
            <a:off x="844296" y="1717759"/>
            <a:ext cx="5157998" cy="505588"/>
          </a:xfrm>
          <a:prstGeom prst="rect">
            <a:avLst/>
          </a:prstGeom>
          <a:noFill/>
        </p:spPr>
        <p:txBody>
          <a:bodyPr wrap="square" lIns="0" tIns="0" rIns="0" bIns="0" rtlCol="0">
            <a:spAutoFit/>
          </a:bodyPr>
          <a:lstStyle/>
          <a:p>
            <a:pPr marL="0" marR="0" lvl="0" indent="0" algn="l" defTabSz="914400" rtl="0" eaLnBrk="0" fontAlgn="base" latinLnBrk="0" hangingPunct="0">
              <a:lnSpc>
                <a:spcPct val="130000"/>
              </a:lnSpc>
              <a:spcBef>
                <a:spcPct val="0"/>
              </a:spcBef>
              <a:spcAft>
                <a:spcPct val="0"/>
              </a:spcAft>
              <a:buClrTx/>
              <a:buSzTx/>
              <a:buFontTx/>
              <a:buNone/>
              <a:tabLst/>
              <a:defRPr/>
            </a:pPr>
            <a:r>
              <a:rPr kumimoji="0" lang="zh-CN" altLang="en-US" sz="2800" b="1" i="0" u="none" strike="noStrike" kern="1200" cap="none" spc="300" normalizeH="0" baseline="0" noProof="0" dirty="0">
                <a:ln>
                  <a:noFill/>
                </a:ln>
                <a:solidFill>
                  <a:prstClr val="white"/>
                </a:solidFill>
                <a:effectLst/>
                <a:uLnTx/>
                <a:uFillTx/>
                <a:latin typeface="微软雅黑"/>
                <a:ea typeface="微软雅黑"/>
                <a:cs typeface="+mn-cs"/>
              </a:rPr>
              <a:t>计算机组成原理课程设计任务</a:t>
            </a:r>
          </a:p>
        </p:txBody>
      </p:sp>
      <p:cxnSp>
        <p:nvCxnSpPr>
          <p:cNvPr id="26" name="直接连接符 25">
            <a:extLst>
              <a:ext uri="{FF2B5EF4-FFF2-40B4-BE49-F238E27FC236}">
                <a16:creationId xmlns:a16="http://schemas.microsoft.com/office/drawing/2014/main" id="{B0702481-5665-4A69-8FB5-75A4186979DC}"/>
              </a:ext>
            </a:extLst>
          </p:cNvPr>
          <p:cNvCxnSpPr>
            <a:cxnSpLocks/>
          </p:cNvCxnSpPr>
          <p:nvPr/>
        </p:nvCxnSpPr>
        <p:spPr>
          <a:xfrm>
            <a:off x="1193644" y="2524184"/>
            <a:ext cx="559638"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D5527BE9-EF01-4B40-B64F-26EC7A145FB4}"/>
              </a:ext>
            </a:extLst>
          </p:cNvPr>
          <p:cNvSpPr txBox="1"/>
          <p:nvPr/>
        </p:nvSpPr>
        <p:spPr>
          <a:xfrm>
            <a:off x="1137295" y="2712504"/>
            <a:ext cx="4572000" cy="2208810"/>
          </a:xfrm>
          <a:prstGeom prst="rect">
            <a:avLst/>
          </a:prstGeom>
          <a:noFill/>
        </p:spPr>
        <p:txBody>
          <a:bodyPr wrap="square" lIns="0" tIns="0" rIns="0" bIns="0" rtlCol="0">
            <a:spAutoFit/>
          </a:bodyPr>
          <a:lstStyle/>
          <a:p>
            <a:pPr marL="0" marR="0" lvl="0" indent="0" algn="just" defTabSz="914400" rtl="0" eaLnBrk="1" fontAlgn="base" latinLnBrk="0" hangingPunct="0">
              <a:lnSpc>
                <a:spcPct val="130000"/>
              </a:lnSpc>
              <a:spcBef>
                <a:spcPct val="0"/>
              </a:spcBef>
              <a:spcAft>
                <a:spcPct val="0"/>
              </a:spcAft>
              <a:buClrTx/>
              <a:buSzTx/>
              <a:buFontTx/>
              <a:buNone/>
              <a:tabLst/>
              <a:defRPr/>
            </a:pPr>
            <a:r>
              <a:rPr kumimoji="0" lang="zh-CN" altLang="en-US" sz="1600" b="0" i="0" u="none" strike="noStrike" kern="1200" cap="none" spc="300" normalizeH="0" baseline="0" noProof="0" dirty="0">
                <a:ln>
                  <a:noFill/>
                </a:ln>
                <a:solidFill>
                  <a:prstClr val="white"/>
                </a:solidFill>
                <a:effectLst/>
                <a:uLnTx/>
                <a:uFillTx/>
                <a:latin typeface="Century Gothic" panose="020B0502020202020204" pitchFamily="34" charset="0"/>
                <a:ea typeface="微软雅黑" panose="020B0503020204020204" pitchFamily="34" charset="-122"/>
                <a:cs typeface="+mn-cs"/>
              </a:rPr>
              <a:t>课程设计的主要任务是以</a:t>
            </a:r>
            <a:r>
              <a:rPr kumimoji="0" lang="en-US" altLang="zh-CN" sz="1600" b="0" i="0" u="none" strike="noStrike" kern="1200" cap="none" spc="300" normalizeH="0" baseline="0" noProof="0" dirty="0">
                <a:ln>
                  <a:noFill/>
                </a:ln>
                <a:solidFill>
                  <a:prstClr val="white"/>
                </a:solidFill>
                <a:effectLst/>
                <a:uLnTx/>
                <a:uFillTx/>
                <a:latin typeface="Century Gothic" panose="020B0502020202020204" pitchFamily="34" charset="0"/>
                <a:ea typeface="微软雅黑" panose="020B0503020204020204" pitchFamily="34" charset="-122"/>
                <a:cs typeface="+mn-cs"/>
              </a:rPr>
              <a:t>CPU</a:t>
            </a:r>
            <a:r>
              <a:rPr kumimoji="0" lang="zh-CN" altLang="en-US" sz="1600" b="0" i="0" u="none" strike="noStrike" kern="1200" cap="none" spc="300" normalizeH="0" baseline="0" noProof="0" dirty="0">
                <a:ln>
                  <a:noFill/>
                </a:ln>
                <a:solidFill>
                  <a:prstClr val="white"/>
                </a:solidFill>
                <a:effectLst/>
                <a:uLnTx/>
                <a:uFillTx/>
                <a:latin typeface="Century Gothic" panose="020B0502020202020204" pitchFamily="34" charset="0"/>
                <a:ea typeface="微软雅黑" panose="020B0503020204020204" pitchFamily="34" charset="-122"/>
                <a:cs typeface="+mn-cs"/>
              </a:rPr>
              <a:t>作为设计核心，应用已经学过的专业知识，设计并实现一台简单的计算机系统，并测试通过。</a:t>
            </a:r>
          </a:p>
          <a:p>
            <a:pPr marL="0" marR="0" lvl="0" indent="0" algn="just" defTabSz="914400" rtl="0" eaLnBrk="1" fontAlgn="base" latinLnBrk="0" hangingPunct="0">
              <a:lnSpc>
                <a:spcPct val="130000"/>
              </a:lnSpc>
              <a:spcBef>
                <a:spcPct val="0"/>
              </a:spcBef>
              <a:spcAft>
                <a:spcPct val="0"/>
              </a:spcAft>
              <a:buClrTx/>
              <a:buSzTx/>
              <a:buFontTx/>
              <a:buNone/>
              <a:tabLst/>
              <a:defRPr/>
            </a:pPr>
            <a:r>
              <a:rPr kumimoji="0" lang="zh-CN" altLang="en-US" sz="1600" b="0" i="0" u="none" strike="noStrike" kern="1200" cap="none" spc="300" normalizeH="0" baseline="0" noProof="0" dirty="0">
                <a:ln>
                  <a:noFill/>
                </a:ln>
                <a:solidFill>
                  <a:prstClr val="white"/>
                </a:solidFill>
                <a:effectLst/>
                <a:uLnTx/>
                <a:uFillTx/>
                <a:latin typeface="Century Gothic" panose="020B0502020202020204" pitchFamily="34" charset="0"/>
                <a:ea typeface="微软雅黑" panose="020B0503020204020204" pitchFamily="34" charset="-122"/>
                <a:cs typeface="+mn-cs"/>
              </a:rPr>
              <a:t>围绕这一主要目标，课程设计的题目可以根据自己的设计内容、实现方式、所设计的计算机系统的结构从下列备选题中选取，也可以自己命题。</a:t>
            </a:r>
          </a:p>
        </p:txBody>
      </p:sp>
    </p:spTree>
    <p:extLst>
      <p:ext uri="{BB962C8B-B14F-4D97-AF65-F5344CB8AC3E}">
        <p14:creationId xmlns:p14="http://schemas.microsoft.com/office/powerpoint/2010/main" val="1038780834"/>
      </p:ext>
    </p:extLst>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662994" y="4283908"/>
            <a:ext cx="4892610" cy="1203616"/>
            <a:chOff x="5181690" y="2820871"/>
            <a:chExt cx="3446492" cy="847861"/>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3</a:t>
              </a:r>
              <a:endParaRPr kumimoji="0" lang="zh-CN" altLang="en-US"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5988603" y="2888229"/>
              <a:ext cx="2639579" cy="780503"/>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3600" b="1" i="0" u="none" strike="noStrike" kern="1200" cap="none" spc="300" normalizeH="0" baseline="0" noProof="0" dirty="0">
                  <a:ln>
                    <a:noFill/>
                  </a:ln>
                  <a:solidFill>
                    <a:prstClr val="black"/>
                  </a:solidFill>
                  <a:effectLst/>
                  <a:uLnTx/>
                  <a:uFillTx/>
                  <a:latin typeface="微软雅黑"/>
                  <a:ea typeface="微软雅黑"/>
                  <a:cs typeface="+mn-cs"/>
                </a:rPr>
                <a:t>CPU</a:t>
              </a:r>
              <a:r>
                <a:rPr lang="zh-CN" altLang="en-US" sz="3600" b="1" spc="300" dirty="0">
                  <a:solidFill>
                    <a:prstClr val="black"/>
                  </a:solidFill>
                  <a:latin typeface="微软雅黑"/>
                  <a:ea typeface="微软雅黑"/>
                </a:rPr>
                <a:t>与接口的设计与实现</a:t>
              </a:r>
              <a:endParaRPr kumimoji="0" lang="zh-CN" altLang="en-US" sz="36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688215576"/>
      </p:ext>
    </p:extLst>
  </p:cSld>
  <p:clrMapOvr>
    <a:masterClrMapping/>
  </p:clrMapOvr>
  <p:transition spd="med">
    <p:pull/>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dirty="0"/>
              <a:t>CPU </a:t>
            </a:r>
            <a:r>
              <a:rPr lang="zh-CN" altLang="en-US" dirty="0"/>
              <a:t>设计</a:t>
            </a:r>
          </a:p>
        </p:txBody>
      </p:sp>
      <p:grpSp>
        <p:nvGrpSpPr>
          <p:cNvPr id="26" name="组合 25">
            <a:extLst>
              <a:ext uri="{FF2B5EF4-FFF2-40B4-BE49-F238E27FC236}">
                <a16:creationId xmlns:a16="http://schemas.microsoft.com/office/drawing/2014/main" id="{91BC9E9C-D4BE-4B70-AC09-530AA6F7273D}"/>
              </a:ext>
            </a:extLst>
          </p:cNvPr>
          <p:cNvGrpSpPr/>
          <p:nvPr/>
        </p:nvGrpSpPr>
        <p:grpSpPr>
          <a:xfrm>
            <a:off x="678857" y="1518219"/>
            <a:ext cx="2160001" cy="4318673"/>
            <a:chOff x="678857" y="1565844"/>
            <a:chExt cx="2160001" cy="4318673"/>
          </a:xfrm>
        </p:grpSpPr>
        <p:sp>
          <p:nvSpPr>
            <p:cNvPr id="31" name="矩形 30">
              <a:extLst>
                <a:ext uri="{FF2B5EF4-FFF2-40B4-BE49-F238E27FC236}">
                  <a16:creationId xmlns:a16="http://schemas.microsoft.com/office/drawing/2014/main" id="{5203396D-4DCB-41B5-AF04-2867F7A9A271}"/>
                </a:ext>
              </a:extLst>
            </p:cNvPr>
            <p:cNvSpPr/>
            <p:nvPr/>
          </p:nvSpPr>
          <p:spPr>
            <a:xfrm>
              <a:off x="678857" y="2197330"/>
              <a:ext cx="720000"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32" name="文本框 31">
              <a:extLst>
                <a:ext uri="{FF2B5EF4-FFF2-40B4-BE49-F238E27FC236}">
                  <a16:creationId xmlns:a16="http://schemas.microsoft.com/office/drawing/2014/main" id="{58670C33-36D4-4971-8EE4-3647D84638AC}"/>
                </a:ext>
              </a:extLst>
            </p:cNvPr>
            <p:cNvSpPr txBox="1"/>
            <p:nvPr/>
          </p:nvSpPr>
          <p:spPr>
            <a:xfrm>
              <a:off x="678857" y="1565844"/>
              <a:ext cx="900246" cy="400110"/>
            </a:xfrm>
            <a:prstGeom prst="rect">
              <a:avLst/>
            </a:prstGeom>
            <a:noFill/>
          </p:spPr>
          <p:txBody>
            <a:bodyPr wrap="none" lIns="0" rtlCol="0">
              <a:sp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0" lang="zh-CN" altLang="en-US" sz="20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指令集</a:t>
              </a:r>
            </a:p>
          </p:txBody>
        </p:sp>
        <p:sp>
          <p:nvSpPr>
            <p:cNvPr id="33" name="文本框 32">
              <a:extLst>
                <a:ext uri="{FF2B5EF4-FFF2-40B4-BE49-F238E27FC236}">
                  <a16:creationId xmlns:a16="http://schemas.microsoft.com/office/drawing/2014/main" id="{8A1BF197-4A0B-4910-943A-0EE202B5F583}"/>
                </a:ext>
              </a:extLst>
            </p:cNvPr>
            <p:cNvSpPr txBox="1"/>
            <p:nvPr/>
          </p:nvSpPr>
          <p:spPr>
            <a:xfrm>
              <a:off x="678858" y="2500706"/>
              <a:ext cx="2160000" cy="3383811"/>
            </a:xfrm>
            <a:prstGeom prst="rect">
              <a:avLst/>
            </a:prstGeom>
            <a:noFill/>
          </p:spPr>
          <p:txBody>
            <a:bodyPr wrap="square" lIns="0" rtlCol="0">
              <a:normAutofit fontScale="92500" lnSpcReduction="10000"/>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600" b="0" i="0" u="none" strike="noStrike" kern="1200" cap="none" spc="100" normalizeH="0" baseline="0" noProof="0" dirty="0">
                  <a:ln>
                    <a:noFill/>
                  </a:ln>
                  <a:solidFill>
                    <a:prstClr val="black"/>
                  </a:solidFill>
                  <a:effectLst/>
                  <a:uLnTx/>
                  <a:uFillTx/>
                  <a:latin typeface="微软雅黑"/>
                  <a:ea typeface="微软雅黑"/>
                  <a:cs typeface="+mn-cs"/>
                </a:rPr>
                <a:t>我们选择</a:t>
              </a:r>
              <a:r>
                <a:rPr kumimoji="0" lang="en-US" altLang="zh-CN" sz="1600" b="0" i="0" u="none" strike="noStrike" kern="1200" cap="none" spc="100" normalizeH="0" baseline="0" noProof="0" dirty="0">
                  <a:ln>
                    <a:noFill/>
                  </a:ln>
                  <a:solidFill>
                    <a:prstClr val="black"/>
                  </a:solidFill>
                  <a:effectLst/>
                  <a:uLnTx/>
                  <a:uFillTx/>
                  <a:latin typeface="微软雅黑"/>
                  <a:ea typeface="微软雅黑"/>
                  <a:cs typeface="+mn-cs"/>
                </a:rPr>
                <a:t>MIPS</a:t>
              </a:r>
              <a:r>
                <a:rPr kumimoji="0" lang="zh-CN" altLang="en-US" sz="1600" b="0" i="0" u="none" strike="noStrike" kern="1200" cap="none" spc="100" normalizeH="0" baseline="0" noProof="0" dirty="0">
                  <a:ln>
                    <a:noFill/>
                  </a:ln>
                  <a:solidFill>
                    <a:prstClr val="black"/>
                  </a:solidFill>
                  <a:effectLst/>
                  <a:uLnTx/>
                  <a:uFillTx/>
                  <a:latin typeface="微软雅黑"/>
                  <a:ea typeface="微软雅黑"/>
                  <a:cs typeface="+mn-cs"/>
                </a:rPr>
                <a:t>指令集并实现其核心指令子集。该指令集涵盖了运算类、传送类和控制类指令等主要功能，设计实现共计</a:t>
              </a:r>
              <a:r>
                <a:rPr kumimoji="0" lang="en-US" altLang="zh-CN" sz="1600" b="0" i="0" u="none" strike="noStrike" kern="1200" cap="none" spc="100" normalizeH="0" baseline="0" noProof="0" dirty="0">
                  <a:ln>
                    <a:noFill/>
                  </a:ln>
                  <a:solidFill>
                    <a:prstClr val="black"/>
                  </a:solidFill>
                  <a:effectLst/>
                  <a:uLnTx/>
                  <a:uFillTx/>
                  <a:latin typeface="微软雅黑"/>
                  <a:ea typeface="微软雅黑"/>
                  <a:cs typeface="+mn-cs"/>
                </a:rPr>
                <a:t>41</a:t>
              </a:r>
              <a:r>
                <a:rPr kumimoji="0" lang="zh-CN" altLang="en-US" sz="1600" b="0" i="0" u="none" strike="noStrike" kern="1200" cap="none" spc="100" normalizeH="0" baseline="0" noProof="0" dirty="0">
                  <a:ln>
                    <a:noFill/>
                  </a:ln>
                  <a:solidFill>
                    <a:prstClr val="black"/>
                  </a:solidFill>
                  <a:effectLst/>
                  <a:uLnTx/>
                  <a:uFillTx/>
                  <a:latin typeface="微软雅黑"/>
                  <a:ea typeface="微软雅黑"/>
                  <a:cs typeface="+mn-cs"/>
                </a:rPr>
                <a:t>条指令，包括算术运算、逻辑运算、移位操作、数据传送和程序控制等基本指令类型。</a:t>
              </a:r>
            </a:p>
          </p:txBody>
        </p:sp>
      </p:grpSp>
      <p:grpSp>
        <p:nvGrpSpPr>
          <p:cNvPr id="34" name="组合 33">
            <a:extLst>
              <a:ext uri="{FF2B5EF4-FFF2-40B4-BE49-F238E27FC236}">
                <a16:creationId xmlns:a16="http://schemas.microsoft.com/office/drawing/2014/main" id="{25FB572E-FB32-4F75-A721-1A507BD070D5}"/>
              </a:ext>
            </a:extLst>
          </p:cNvPr>
          <p:cNvGrpSpPr/>
          <p:nvPr/>
        </p:nvGrpSpPr>
        <p:grpSpPr>
          <a:xfrm>
            <a:off x="3570285" y="1518219"/>
            <a:ext cx="2160001" cy="4318673"/>
            <a:chOff x="3570285" y="1565844"/>
            <a:chExt cx="2160001" cy="4318673"/>
          </a:xfrm>
        </p:grpSpPr>
        <p:sp>
          <p:nvSpPr>
            <p:cNvPr id="35" name="矩形 34">
              <a:extLst>
                <a:ext uri="{FF2B5EF4-FFF2-40B4-BE49-F238E27FC236}">
                  <a16:creationId xmlns:a16="http://schemas.microsoft.com/office/drawing/2014/main" id="{FA2FB662-0C0F-49BB-9CBF-0D03681114F1}"/>
                </a:ext>
              </a:extLst>
            </p:cNvPr>
            <p:cNvSpPr/>
            <p:nvPr/>
          </p:nvSpPr>
          <p:spPr>
            <a:xfrm>
              <a:off x="3570285" y="2197330"/>
              <a:ext cx="720000"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36" name="文本框 35">
              <a:extLst>
                <a:ext uri="{FF2B5EF4-FFF2-40B4-BE49-F238E27FC236}">
                  <a16:creationId xmlns:a16="http://schemas.microsoft.com/office/drawing/2014/main" id="{5C482913-F9C8-437D-A6FA-A6BF23FA9F1E}"/>
                </a:ext>
              </a:extLst>
            </p:cNvPr>
            <p:cNvSpPr txBox="1"/>
            <p:nvPr/>
          </p:nvSpPr>
          <p:spPr>
            <a:xfrm>
              <a:off x="3570285" y="1565844"/>
              <a:ext cx="1438855" cy="400110"/>
            </a:xfrm>
            <a:prstGeom prst="rect">
              <a:avLst/>
            </a:prstGeom>
            <a:noFill/>
          </p:spPr>
          <p:txBody>
            <a:bodyPr wrap="none" lIns="0" rtlCol="0">
              <a:sp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0" lang="zh-CN" altLang="en-US" sz="20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流水线设计</a:t>
              </a:r>
            </a:p>
          </p:txBody>
        </p:sp>
        <p:sp>
          <p:nvSpPr>
            <p:cNvPr id="37" name="文本框 36">
              <a:extLst>
                <a:ext uri="{FF2B5EF4-FFF2-40B4-BE49-F238E27FC236}">
                  <a16:creationId xmlns:a16="http://schemas.microsoft.com/office/drawing/2014/main" id="{7C1A201D-B558-4397-83C4-9CCCD60A7F6D}"/>
                </a:ext>
              </a:extLst>
            </p:cNvPr>
            <p:cNvSpPr txBox="1"/>
            <p:nvPr/>
          </p:nvSpPr>
          <p:spPr>
            <a:xfrm>
              <a:off x="3570286" y="2500706"/>
              <a:ext cx="2160000" cy="3383811"/>
            </a:xfrm>
            <a:prstGeom prst="rect">
              <a:avLst/>
            </a:prstGeom>
            <a:noFill/>
          </p:spPr>
          <p:txBody>
            <a:bodyPr wrap="square" lIns="0" rtlCol="0">
              <a:normAutofit fontScale="92500" lnSpcReduction="20000"/>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采用经典的五级流水线架构，包含取指（</a:t>
              </a:r>
              <a:r>
                <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IF</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）、译码（</a:t>
              </a:r>
              <a:r>
                <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ID</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）、执行（</a:t>
              </a:r>
              <a:r>
                <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EX</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）、访存（</a:t>
              </a:r>
              <a:r>
                <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MEM</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）和写回（</a:t>
              </a:r>
              <a:r>
                <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WB</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）五个阶段。该设计确保各阶段执行时间均衡，流水线吞吐率高效，同时经典架构具有良好的可扩展性和可维护性。</a:t>
              </a:r>
            </a:p>
          </p:txBody>
        </p:sp>
      </p:grpSp>
      <p:grpSp>
        <p:nvGrpSpPr>
          <p:cNvPr id="38" name="组合 37">
            <a:extLst>
              <a:ext uri="{FF2B5EF4-FFF2-40B4-BE49-F238E27FC236}">
                <a16:creationId xmlns:a16="http://schemas.microsoft.com/office/drawing/2014/main" id="{E6B0E4E5-B3F9-4C6C-AEA4-61F66DF10313}"/>
              </a:ext>
            </a:extLst>
          </p:cNvPr>
          <p:cNvGrpSpPr/>
          <p:nvPr/>
        </p:nvGrpSpPr>
        <p:grpSpPr>
          <a:xfrm>
            <a:off x="6461713" y="1518219"/>
            <a:ext cx="2160001" cy="4318673"/>
            <a:chOff x="6461713" y="1565844"/>
            <a:chExt cx="2160001" cy="4318673"/>
          </a:xfrm>
        </p:grpSpPr>
        <p:sp>
          <p:nvSpPr>
            <p:cNvPr id="39" name="矩形 38">
              <a:extLst>
                <a:ext uri="{FF2B5EF4-FFF2-40B4-BE49-F238E27FC236}">
                  <a16:creationId xmlns:a16="http://schemas.microsoft.com/office/drawing/2014/main" id="{D7245695-AE57-4991-AC99-5C33C7F0B011}"/>
                </a:ext>
              </a:extLst>
            </p:cNvPr>
            <p:cNvSpPr/>
            <p:nvPr/>
          </p:nvSpPr>
          <p:spPr>
            <a:xfrm>
              <a:off x="6461713" y="2197330"/>
              <a:ext cx="720000"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40" name="文本框 39">
              <a:extLst>
                <a:ext uri="{FF2B5EF4-FFF2-40B4-BE49-F238E27FC236}">
                  <a16:creationId xmlns:a16="http://schemas.microsoft.com/office/drawing/2014/main" id="{7F9F0DA0-1BFE-4361-AD6B-595BEA1AB324}"/>
                </a:ext>
              </a:extLst>
            </p:cNvPr>
            <p:cNvSpPr txBox="1"/>
            <p:nvPr/>
          </p:nvSpPr>
          <p:spPr>
            <a:xfrm>
              <a:off x="6461713" y="1565844"/>
              <a:ext cx="1438855" cy="400110"/>
            </a:xfrm>
            <a:prstGeom prst="rect">
              <a:avLst/>
            </a:prstGeom>
            <a:noFill/>
          </p:spPr>
          <p:txBody>
            <a:bodyPr wrap="none" lIns="0" rtlCol="0">
              <a:sp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0" lang="zh-CN" altLang="en-US" sz="20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控制器设计</a:t>
              </a:r>
            </a:p>
          </p:txBody>
        </p:sp>
        <p:sp>
          <p:nvSpPr>
            <p:cNvPr id="41" name="文本框 40">
              <a:extLst>
                <a:ext uri="{FF2B5EF4-FFF2-40B4-BE49-F238E27FC236}">
                  <a16:creationId xmlns:a16="http://schemas.microsoft.com/office/drawing/2014/main" id="{4120430B-242D-44A1-8BA5-67FF66F1675B}"/>
                </a:ext>
              </a:extLst>
            </p:cNvPr>
            <p:cNvSpPr txBox="1"/>
            <p:nvPr/>
          </p:nvSpPr>
          <p:spPr>
            <a:xfrm>
              <a:off x="6461714" y="2500706"/>
              <a:ext cx="2160000" cy="3383811"/>
            </a:xfrm>
            <a:prstGeom prst="rect">
              <a:avLst/>
            </a:prstGeom>
            <a:noFill/>
          </p:spPr>
          <p:txBody>
            <a:bodyPr wrap="square" lIns="0" rtlCol="0">
              <a:normAutofit/>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使用组合逻辑实现硬布线控制器。硬布线方式具有结构简洁、响应快速、资源占用少的优势，能够实现高效的指令译码和控制信号生成。</a:t>
              </a:r>
            </a:p>
          </p:txBody>
        </p:sp>
      </p:grpSp>
      <p:grpSp>
        <p:nvGrpSpPr>
          <p:cNvPr id="42" name="组合 41">
            <a:extLst>
              <a:ext uri="{FF2B5EF4-FFF2-40B4-BE49-F238E27FC236}">
                <a16:creationId xmlns:a16="http://schemas.microsoft.com/office/drawing/2014/main" id="{316AC45E-442B-4F49-BBE7-3AA63B808C2C}"/>
              </a:ext>
            </a:extLst>
          </p:cNvPr>
          <p:cNvGrpSpPr/>
          <p:nvPr/>
        </p:nvGrpSpPr>
        <p:grpSpPr>
          <a:xfrm>
            <a:off x="9353141" y="1518219"/>
            <a:ext cx="2160001" cy="4318673"/>
            <a:chOff x="9353141" y="1565844"/>
            <a:chExt cx="2160001" cy="4318673"/>
          </a:xfrm>
        </p:grpSpPr>
        <p:sp>
          <p:nvSpPr>
            <p:cNvPr id="43" name="矩形 42">
              <a:extLst>
                <a:ext uri="{FF2B5EF4-FFF2-40B4-BE49-F238E27FC236}">
                  <a16:creationId xmlns:a16="http://schemas.microsoft.com/office/drawing/2014/main" id="{889BC644-1DA4-4EFF-8D04-D62156F7F16A}"/>
                </a:ext>
              </a:extLst>
            </p:cNvPr>
            <p:cNvSpPr/>
            <p:nvPr/>
          </p:nvSpPr>
          <p:spPr>
            <a:xfrm>
              <a:off x="9353141" y="2197330"/>
              <a:ext cx="720000" cy="72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微软雅黑"/>
                <a:ea typeface="微软雅黑"/>
                <a:cs typeface="+mn-cs"/>
              </a:endParaRPr>
            </a:p>
          </p:txBody>
        </p:sp>
        <p:sp>
          <p:nvSpPr>
            <p:cNvPr id="44" name="文本框 43">
              <a:extLst>
                <a:ext uri="{FF2B5EF4-FFF2-40B4-BE49-F238E27FC236}">
                  <a16:creationId xmlns:a16="http://schemas.microsoft.com/office/drawing/2014/main" id="{786785D3-3722-4B7F-92D0-13760E3F6EE9}"/>
                </a:ext>
              </a:extLst>
            </p:cNvPr>
            <p:cNvSpPr txBox="1"/>
            <p:nvPr/>
          </p:nvSpPr>
          <p:spPr>
            <a:xfrm>
              <a:off x="9353141" y="1565844"/>
              <a:ext cx="1169551" cy="400110"/>
            </a:xfrm>
            <a:prstGeom prst="rect">
              <a:avLst/>
            </a:prstGeom>
            <a:noFill/>
          </p:spPr>
          <p:txBody>
            <a:bodyPr wrap="none" lIns="0" rtlCol="0">
              <a:spAutoFit/>
            </a:bodyPr>
            <a:lstStyle/>
            <a:p>
              <a:pPr marL="0" marR="0" lvl="0" indent="0" algn="l" defTabSz="914400" rtl="0" eaLnBrk="1" fontAlgn="base" latinLnBrk="0" hangingPunct="0">
                <a:lnSpc>
                  <a:spcPct val="100000"/>
                </a:lnSpc>
                <a:spcBef>
                  <a:spcPct val="0"/>
                </a:spcBef>
                <a:spcAft>
                  <a:spcPct val="0"/>
                </a:spcAft>
                <a:buClrTx/>
                <a:buSzTx/>
                <a:buFontTx/>
                <a:buNone/>
                <a:tabLst/>
                <a:defRPr/>
              </a:pPr>
              <a:r>
                <a:rPr kumimoji="0" lang="zh-CN" altLang="en-US" sz="20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冒险处理</a:t>
              </a:r>
            </a:p>
          </p:txBody>
        </p:sp>
        <p:sp>
          <p:nvSpPr>
            <p:cNvPr id="45" name="文本框 44">
              <a:extLst>
                <a:ext uri="{FF2B5EF4-FFF2-40B4-BE49-F238E27FC236}">
                  <a16:creationId xmlns:a16="http://schemas.microsoft.com/office/drawing/2014/main" id="{EF4C2F98-846F-4644-AF4B-B3BA8F7DD5EA}"/>
                </a:ext>
              </a:extLst>
            </p:cNvPr>
            <p:cNvSpPr txBox="1"/>
            <p:nvPr/>
          </p:nvSpPr>
          <p:spPr>
            <a:xfrm>
              <a:off x="9353142" y="2500706"/>
              <a:ext cx="2160000" cy="3383811"/>
            </a:xfrm>
            <a:prstGeom prst="rect">
              <a:avLst/>
            </a:prstGeom>
            <a:noFill/>
          </p:spPr>
          <p:txBody>
            <a:bodyPr wrap="square" lIns="0" rtlCol="0">
              <a:normAutofit/>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对</a:t>
              </a:r>
              <a:r>
                <a:rPr lang="zh-CN" altLang="en-US" sz="1600" spc="100" dirty="0">
                  <a:solidFill>
                    <a:prstClr val="black"/>
                  </a:solidFill>
                  <a:latin typeface="微软雅黑"/>
                  <a:ea typeface="微软雅黑" panose="020B0503020204020204" pitchFamily="34" charset="-122"/>
                </a:rPr>
                <a:t>于不同的冒险，</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基于流水线架构特点，给出不同方案</a:t>
              </a:r>
              <a:r>
                <a:rPr lang="zh-CN" altLang="en-US" sz="1600" spc="100" dirty="0">
                  <a:solidFill>
                    <a:prstClr val="black"/>
                  </a:solidFill>
                  <a:latin typeface="微软雅黑"/>
                  <a:ea typeface="微软雅黑" panose="020B0503020204020204" pitchFamily="34" charset="-122"/>
                </a:rPr>
                <a:t>以便</a:t>
              </a:r>
              <a:r>
                <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有效解决冒险问题，并保证功能正确性。</a:t>
              </a: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zh-CN" altLang="en-US"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p:txBody>
        </p:sp>
      </p:grpSp>
      <p:cxnSp>
        <p:nvCxnSpPr>
          <p:cNvPr id="46" name="直接连接符 45">
            <a:extLst>
              <a:ext uri="{FF2B5EF4-FFF2-40B4-BE49-F238E27FC236}">
                <a16:creationId xmlns:a16="http://schemas.microsoft.com/office/drawing/2014/main" id="{FBAF0CCC-F545-4C58-B314-03E8E8EBF8E7}"/>
              </a:ext>
            </a:extLst>
          </p:cNvPr>
          <p:cNvCxnSpPr/>
          <p:nvPr/>
        </p:nvCxnSpPr>
        <p:spPr>
          <a:xfrm>
            <a:off x="3227985" y="1359278"/>
            <a:ext cx="0" cy="4320000"/>
          </a:xfrm>
          <a:prstGeom prst="line">
            <a:avLst/>
          </a:prstGeom>
          <a:ln w="317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接连接符 46">
            <a:extLst>
              <a:ext uri="{FF2B5EF4-FFF2-40B4-BE49-F238E27FC236}">
                <a16:creationId xmlns:a16="http://schemas.microsoft.com/office/drawing/2014/main" id="{D285153C-CA81-4747-AAFF-6408B189053A}"/>
              </a:ext>
            </a:extLst>
          </p:cNvPr>
          <p:cNvCxnSpPr/>
          <p:nvPr/>
        </p:nvCxnSpPr>
        <p:spPr>
          <a:xfrm>
            <a:off x="6091989" y="1359278"/>
            <a:ext cx="0" cy="4320000"/>
          </a:xfrm>
          <a:prstGeom prst="line">
            <a:avLst/>
          </a:prstGeom>
          <a:ln w="317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48" name="直接连接符 47">
            <a:extLst>
              <a:ext uri="{FF2B5EF4-FFF2-40B4-BE49-F238E27FC236}">
                <a16:creationId xmlns:a16="http://schemas.microsoft.com/office/drawing/2014/main" id="{A10030D5-0BBA-4707-82EA-317E714EF78B}"/>
              </a:ext>
            </a:extLst>
          </p:cNvPr>
          <p:cNvCxnSpPr/>
          <p:nvPr/>
        </p:nvCxnSpPr>
        <p:spPr>
          <a:xfrm>
            <a:off x="8955992" y="1359278"/>
            <a:ext cx="0" cy="4320000"/>
          </a:xfrm>
          <a:prstGeom prst="line">
            <a:avLst/>
          </a:prstGeom>
          <a:ln w="3175">
            <a:solidFill>
              <a:schemeClr val="bg1">
                <a:lumMod val="75000"/>
              </a:schemeClr>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0335165"/>
      </p:ext>
    </p:extLst>
  </p:cSld>
  <p:clrMapOvr>
    <a:masterClrMapping/>
  </p:clrMapOvr>
  <p:transition spd="med">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25E6D-1B8C-6CC4-AC0F-1CF396BC4162}"/>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ABC108A2-15AA-9690-B099-FDF92DF16B2F}"/>
              </a:ext>
            </a:extLst>
          </p:cNvPr>
          <p:cNvSpPr>
            <a:spLocks noGrp="1"/>
          </p:cNvSpPr>
          <p:nvPr>
            <p:ph type="title"/>
          </p:nvPr>
        </p:nvSpPr>
        <p:spPr/>
        <p:txBody>
          <a:bodyPr/>
          <a:lstStyle/>
          <a:p>
            <a:r>
              <a:rPr lang="zh-CN" altLang="en-US" dirty="0"/>
              <a:t>冒险处理</a:t>
            </a:r>
          </a:p>
        </p:txBody>
      </p:sp>
      <p:sp>
        <p:nvSpPr>
          <p:cNvPr id="16" name="文本框 15">
            <a:extLst>
              <a:ext uri="{FF2B5EF4-FFF2-40B4-BE49-F238E27FC236}">
                <a16:creationId xmlns:a16="http://schemas.microsoft.com/office/drawing/2014/main" id="{CB3945E0-904A-81E1-A247-8C51939024DC}"/>
              </a:ext>
            </a:extLst>
          </p:cNvPr>
          <p:cNvSpPr txBox="1"/>
          <p:nvPr/>
        </p:nvSpPr>
        <p:spPr>
          <a:xfrm>
            <a:off x="422064" y="1091883"/>
            <a:ext cx="1759456" cy="461665"/>
          </a:xfrm>
          <a:prstGeom prst="rect">
            <a:avLst/>
          </a:prstGeom>
          <a:noFill/>
        </p:spPr>
        <p:txBody>
          <a:bodyPr wrap="none" l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400" b="1" spc="100" dirty="0">
                <a:solidFill>
                  <a:srgbClr val="006C39"/>
                </a:solidFill>
                <a:latin typeface="Century Gothic" panose="020B0502020202020204" pitchFamily="34" charset="0"/>
                <a:ea typeface="微软雅黑" panose="020B0503020204020204" pitchFamily="34" charset="-122"/>
              </a:rPr>
              <a:t>1</a:t>
            </a:r>
            <a:r>
              <a:rPr kumimoji="0" lang="en-US" altLang="zh-CN"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 </a:t>
            </a:r>
            <a:r>
              <a:rPr kumimoji="0" lang="zh-CN" altLang="en-US"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结构相关</a:t>
            </a:r>
          </a:p>
        </p:txBody>
      </p:sp>
      <p:sp>
        <p:nvSpPr>
          <p:cNvPr id="17" name="文本框 16">
            <a:extLst>
              <a:ext uri="{FF2B5EF4-FFF2-40B4-BE49-F238E27FC236}">
                <a16:creationId xmlns:a16="http://schemas.microsoft.com/office/drawing/2014/main" id="{3F9D128E-81E6-68CF-B5FD-4476E6AC23D7}"/>
              </a:ext>
            </a:extLst>
          </p:cNvPr>
          <p:cNvSpPr txBox="1"/>
          <p:nvPr/>
        </p:nvSpPr>
        <p:spPr>
          <a:xfrm>
            <a:off x="789200" y="1553548"/>
            <a:ext cx="10515598" cy="2982347"/>
          </a:xfrm>
          <a:prstGeom prst="rect">
            <a:avLst/>
          </a:prstGeom>
          <a:noFill/>
        </p:spPr>
        <p:txBody>
          <a:bodyPr wrap="square" lIns="0" rtlCol="0">
            <a:noAutofit/>
          </a:bodyPr>
          <a:lstStyle/>
          <a:p>
            <a:pPr lvl="0" algn="just" fontAlgn="base" hangingPunct="0">
              <a:lnSpc>
                <a:spcPct val="150000"/>
              </a:lnSpc>
              <a:spcBef>
                <a:spcPct val="0"/>
              </a:spcBef>
              <a:spcAft>
                <a:spcPct val="0"/>
              </a:spcAft>
              <a:defRPr/>
            </a:pPr>
            <a:r>
              <a:rPr lang="zh-CN" altLang="en-US" dirty="0"/>
              <a:t>由于硬件资源无法满足多条指令在同一时钟周期并发执行的要求而产生的冲突</a:t>
            </a:r>
            <a:endParaRPr lang="en-US" altLang="zh-CN" dirty="0"/>
          </a:p>
          <a:p>
            <a:pPr lvl="0" algn="just" fontAlgn="base" hangingPunct="0">
              <a:lnSpc>
                <a:spcPct val="150000"/>
              </a:lnSpc>
              <a:spcBef>
                <a:spcPct val="0"/>
              </a:spcBef>
              <a:spcAft>
                <a:spcPct val="0"/>
              </a:spcAft>
              <a:defRPr/>
            </a:pPr>
            <a:endParaRPr lang="zh-CN" altLang="en-US" spc="100" dirty="0">
              <a:solidFill>
                <a:prstClr val="black"/>
              </a:solidFill>
              <a:ea typeface="微软雅黑" panose="020B0503020204020204" pitchFamily="34" charset="-122"/>
            </a:endParaRPr>
          </a:p>
          <a:p>
            <a:pPr lvl="0" algn="just" fontAlgn="base" hangingPunct="0">
              <a:lnSpc>
                <a:spcPct val="150000"/>
              </a:lnSpc>
              <a:spcBef>
                <a:spcPct val="0"/>
              </a:spcBef>
              <a:spcAft>
                <a:spcPct val="0"/>
              </a:spcAft>
              <a:defRPr/>
            </a:pPr>
            <a:r>
              <a:rPr lang="zh-CN" altLang="en-US" b="1" spc="100" dirty="0">
                <a:solidFill>
                  <a:srgbClr val="FF0000"/>
                </a:solidFill>
                <a:ea typeface="微软雅黑" panose="020B0503020204020204" pitchFamily="34" charset="-122"/>
              </a:rPr>
              <a:t>解决方法：</a:t>
            </a:r>
            <a:r>
              <a:rPr lang="zh-CN" altLang="en-US" dirty="0"/>
              <a:t>采用增加资源的方式，为数据和指令分别设置了不同的存储器；引入了</a:t>
            </a:r>
            <a:r>
              <a:rPr lang="en-US" altLang="zh-CN" dirty="0"/>
              <a:t>CTRL</a:t>
            </a:r>
            <a:r>
              <a:rPr lang="zh-CN" altLang="en-US" dirty="0"/>
              <a:t>模块，可以对流水线的中的某些指令暂停一个时钟周期。</a:t>
            </a:r>
            <a:endParaRPr kumimoji="0" lang="en-US" altLang="zh-CN" sz="18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lang="en-US" altLang="zh-CN" spc="100" dirty="0">
              <a:solidFill>
                <a:prstClr val="black"/>
              </a:solidFill>
              <a:latin typeface="微软雅黑"/>
              <a:ea typeface="微软雅黑" panose="020B0503020204020204" pitchFamily="34" charset="-122"/>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lang="en-US" altLang="zh-CN" spc="100" dirty="0">
              <a:solidFill>
                <a:prstClr val="black"/>
              </a:solidFill>
              <a:latin typeface="微软雅黑"/>
              <a:ea typeface="微软雅黑" panose="020B0503020204020204" pitchFamily="34" charset="-122"/>
            </a:endParaRPr>
          </a:p>
        </p:txBody>
      </p:sp>
      <p:pic>
        <p:nvPicPr>
          <p:cNvPr id="3" name="图片 2">
            <a:extLst>
              <a:ext uri="{FF2B5EF4-FFF2-40B4-BE49-F238E27FC236}">
                <a16:creationId xmlns:a16="http://schemas.microsoft.com/office/drawing/2014/main" id="{EC5A322D-DB73-E038-A2A9-A75DC3AFED41}"/>
              </a:ext>
            </a:extLst>
          </p:cNvPr>
          <p:cNvPicPr>
            <a:picLocks noChangeAspect="1"/>
          </p:cNvPicPr>
          <p:nvPr/>
        </p:nvPicPr>
        <p:blipFill>
          <a:blip r:embed="rId3"/>
          <a:stretch>
            <a:fillRect/>
          </a:stretch>
        </p:blipFill>
        <p:spPr>
          <a:xfrm>
            <a:off x="1110722" y="3755196"/>
            <a:ext cx="4064209" cy="2343270"/>
          </a:xfrm>
          <a:prstGeom prst="rect">
            <a:avLst/>
          </a:prstGeom>
        </p:spPr>
      </p:pic>
      <p:pic>
        <p:nvPicPr>
          <p:cNvPr id="5" name="图片 4">
            <a:extLst>
              <a:ext uri="{FF2B5EF4-FFF2-40B4-BE49-F238E27FC236}">
                <a16:creationId xmlns:a16="http://schemas.microsoft.com/office/drawing/2014/main" id="{7F40BF6B-8C7B-7815-D227-907992CFF8F9}"/>
              </a:ext>
            </a:extLst>
          </p:cNvPr>
          <p:cNvPicPr>
            <a:picLocks noChangeAspect="1"/>
          </p:cNvPicPr>
          <p:nvPr/>
        </p:nvPicPr>
        <p:blipFill>
          <a:blip r:embed="rId4"/>
          <a:stretch>
            <a:fillRect/>
          </a:stretch>
        </p:blipFill>
        <p:spPr>
          <a:xfrm>
            <a:off x="5174931" y="2873622"/>
            <a:ext cx="3205190" cy="3735311"/>
          </a:xfrm>
          <a:prstGeom prst="rect">
            <a:avLst/>
          </a:prstGeom>
        </p:spPr>
      </p:pic>
      <p:pic>
        <p:nvPicPr>
          <p:cNvPr id="7" name="图片 6">
            <a:extLst>
              <a:ext uri="{FF2B5EF4-FFF2-40B4-BE49-F238E27FC236}">
                <a16:creationId xmlns:a16="http://schemas.microsoft.com/office/drawing/2014/main" id="{669323FE-4B42-C7A9-A353-F444DD368BF5}"/>
              </a:ext>
            </a:extLst>
          </p:cNvPr>
          <p:cNvPicPr>
            <a:picLocks noChangeAspect="1"/>
          </p:cNvPicPr>
          <p:nvPr/>
        </p:nvPicPr>
        <p:blipFill>
          <a:blip r:embed="rId5"/>
          <a:stretch>
            <a:fillRect/>
          </a:stretch>
        </p:blipFill>
        <p:spPr>
          <a:xfrm>
            <a:off x="8627137" y="2975130"/>
            <a:ext cx="3279618" cy="3532293"/>
          </a:xfrm>
          <a:prstGeom prst="rect">
            <a:avLst/>
          </a:prstGeom>
        </p:spPr>
      </p:pic>
    </p:spTree>
    <p:extLst>
      <p:ext uri="{BB962C8B-B14F-4D97-AF65-F5344CB8AC3E}">
        <p14:creationId xmlns:p14="http://schemas.microsoft.com/office/powerpoint/2010/main" val="4062971777"/>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冒险处理</a:t>
            </a:r>
          </a:p>
        </p:txBody>
      </p:sp>
      <p:sp>
        <p:nvSpPr>
          <p:cNvPr id="16" name="文本框 15">
            <a:extLst>
              <a:ext uri="{FF2B5EF4-FFF2-40B4-BE49-F238E27FC236}">
                <a16:creationId xmlns:a16="http://schemas.microsoft.com/office/drawing/2014/main" id="{91A152ED-9FAE-448F-A59A-4A9C49941603}"/>
              </a:ext>
            </a:extLst>
          </p:cNvPr>
          <p:cNvSpPr txBox="1"/>
          <p:nvPr/>
        </p:nvSpPr>
        <p:spPr>
          <a:xfrm>
            <a:off x="362585" y="991397"/>
            <a:ext cx="2400657" cy="461665"/>
          </a:xfrm>
          <a:prstGeom prst="rect">
            <a:avLst/>
          </a:prstGeom>
          <a:noFill/>
        </p:spPr>
        <p:txBody>
          <a:bodyPr wrap="none" l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en-US" altLang="zh-CN" sz="2400" b="1" spc="100" dirty="0">
                <a:solidFill>
                  <a:srgbClr val="006C39"/>
                </a:solidFill>
                <a:latin typeface="Century Gothic" panose="020B0502020202020204" pitchFamily="34" charset="0"/>
                <a:ea typeface="微软雅黑" panose="020B0503020204020204" pitchFamily="34" charset="-122"/>
              </a:rPr>
              <a:t>2</a:t>
            </a:r>
            <a:r>
              <a:rPr kumimoji="0" lang="en-US" altLang="zh-CN"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 </a:t>
            </a:r>
            <a:r>
              <a:rPr kumimoji="0" lang="zh-CN" altLang="en-US"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数据相关问题</a:t>
            </a:r>
          </a:p>
        </p:txBody>
      </p:sp>
      <p:sp>
        <p:nvSpPr>
          <p:cNvPr id="17" name="文本框 16">
            <a:extLst>
              <a:ext uri="{FF2B5EF4-FFF2-40B4-BE49-F238E27FC236}">
                <a16:creationId xmlns:a16="http://schemas.microsoft.com/office/drawing/2014/main" id="{D6311A41-DE23-469C-8BE5-52AD25517DD7}"/>
              </a:ext>
            </a:extLst>
          </p:cNvPr>
          <p:cNvSpPr txBox="1"/>
          <p:nvPr/>
        </p:nvSpPr>
        <p:spPr>
          <a:xfrm>
            <a:off x="838201" y="1532322"/>
            <a:ext cx="10515598" cy="4253001"/>
          </a:xfrm>
          <a:prstGeom prst="rect">
            <a:avLst/>
          </a:prstGeom>
          <a:noFill/>
        </p:spPr>
        <p:txBody>
          <a:bodyPr wrap="square" lIns="0" rtlCol="0">
            <a:noAutofit/>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RAW(Read After Write)</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a:t>
            </a:r>
            <a:r>
              <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WAR(Write After Read)</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a:t>
            </a:r>
            <a:r>
              <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WAW(Write After Write)</a:t>
            </a:r>
            <a:endParaRPr lang="en-US" altLang="zh-CN" sz="1400" spc="100" dirty="0">
              <a:solidFill>
                <a:prstClr val="black"/>
              </a:solidFill>
              <a:latin typeface="微软雅黑"/>
              <a:ea typeface="微软雅黑" panose="020B0503020204020204" pitchFamily="34" charset="-122"/>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只有在回写阶段才会写寄存器，所以根据流水线执行顺序，不存在</a:t>
            </a:r>
            <a:r>
              <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WAW</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相关，此外译码阶段才会读寄存器，回写阶段才会写寄存器，因此也不存在</a:t>
            </a:r>
            <a:r>
              <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WAR</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相关。</a:t>
            </a:r>
            <a:endPar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400" b="1" i="0" u="none" strike="noStrike" kern="1200" cap="none" spc="100" normalizeH="0" baseline="0" noProof="0" dirty="0">
                <a:ln>
                  <a:noFill/>
                </a:ln>
                <a:solidFill>
                  <a:srgbClr val="FF0000"/>
                </a:solidFill>
                <a:effectLst/>
                <a:uLnTx/>
                <a:uFillTx/>
                <a:latin typeface="微软雅黑"/>
                <a:ea typeface="微软雅黑" panose="020B0503020204020204" pitchFamily="34" charset="-122"/>
                <a:cs typeface="+mn-cs"/>
              </a:rPr>
              <a:t>解决方法：</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采用数据前推，在执行阶段及访存阶段把最新的结果传到译码阶段，那么译码阶段所要读取的数据如果是执行阶段修改过的，则可以直接获取</a:t>
            </a:r>
            <a:r>
              <a:rPr lang="zh-CN" altLang="en-US" sz="1400" spc="100" dirty="0">
                <a:solidFill>
                  <a:prstClr val="black"/>
                </a:solidFill>
                <a:latin typeface="微软雅黑"/>
                <a:ea typeface="微软雅黑" panose="020B0503020204020204" pitchFamily="34" charset="-122"/>
              </a:rPr>
              <a:t>。</a:t>
            </a:r>
            <a:r>
              <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在寄存器读操作时判断当前写回的数据与要读取的数据地址是否一致，是则直接将写回的数据给予读取数据</a:t>
            </a:r>
            <a:r>
              <a:rPr lang="zh-CN" altLang="en-US" sz="1400" spc="100" dirty="0">
                <a:solidFill>
                  <a:prstClr val="black"/>
                </a:solidFill>
                <a:latin typeface="微软雅黑"/>
                <a:ea typeface="微软雅黑" panose="020B0503020204020204" pitchFamily="34" charset="-122"/>
              </a:rPr>
              <a:t>。</a:t>
            </a:r>
            <a:endParaRPr lang="en-US" altLang="zh-CN" sz="1400" spc="100" dirty="0">
              <a:solidFill>
                <a:prstClr val="black"/>
              </a:solidFill>
              <a:latin typeface="微软雅黑"/>
              <a:ea typeface="微软雅黑" panose="020B0503020204020204" pitchFamily="34" charset="-122"/>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en-US" altLang="zh-CN" sz="16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r>
              <a:rPr lang="en-US" altLang="zh-CN" sz="1400" spc="100" dirty="0">
                <a:solidFill>
                  <a:prstClr val="black"/>
                </a:solidFill>
                <a:latin typeface="微软雅黑"/>
                <a:ea typeface="微软雅黑" panose="020B0503020204020204" pitchFamily="34" charset="-122"/>
              </a:rPr>
              <a:t>LOAD-USE </a:t>
            </a:r>
            <a:r>
              <a:rPr lang="zh-CN" altLang="en-US" sz="1400" spc="100" dirty="0">
                <a:solidFill>
                  <a:prstClr val="black"/>
                </a:solidFill>
                <a:latin typeface="微软雅黑"/>
                <a:ea typeface="微软雅黑" panose="020B0503020204020204" pitchFamily="34" charset="-122"/>
              </a:rPr>
              <a:t>冒险：当使用到加载指令</a:t>
            </a:r>
            <a:r>
              <a:rPr lang="en-US" altLang="zh-CN" sz="1400" spc="100" dirty="0" err="1">
                <a:solidFill>
                  <a:prstClr val="black"/>
                </a:solidFill>
                <a:latin typeface="微软雅黑"/>
                <a:ea typeface="微软雅黑" panose="020B0503020204020204" pitchFamily="34" charset="-122"/>
              </a:rPr>
              <a:t>lw</a:t>
            </a:r>
            <a:r>
              <a:rPr lang="zh-CN" altLang="en-US" sz="1400" spc="100" dirty="0">
                <a:solidFill>
                  <a:prstClr val="black"/>
                </a:solidFill>
                <a:latin typeface="微软雅黑"/>
                <a:ea typeface="微软雅黑" panose="020B0503020204020204" pitchFamily="34" charset="-122"/>
              </a:rPr>
              <a:t>时，数据在访存阶段才能写入寄存器，那么如果下一条指令在译码阶段就需要使用到该寄存器的值，就会得到不正确的值。</a:t>
            </a:r>
            <a:endParaRPr lang="en-US" altLang="zh-CN" sz="1400" spc="100" dirty="0">
              <a:solidFill>
                <a:prstClr val="black"/>
              </a:solidFill>
              <a:latin typeface="微软雅黑"/>
              <a:ea typeface="微软雅黑" panose="020B0503020204020204" pitchFamily="34" charset="-122"/>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en-US" altLang="zh-CN"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lvl="0" algn="just" fontAlgn="base" hangingPunct="0">
              <a:lnSpc>
                <a:spcPct val="150000"/>
              </a:lnSpc>
              <a:spcBef>
                <a:spcPct val="0"/>
              </a:spcBef>
              <a:spcAft>
                <a:spcPct val="0"/>
              </a:spcAft>
              <a:defRPr/>
            </a:pPr>
            <a:r>
              <a:rPr lang="zh-CN" altLang="en-US" sz="1400" b="1" spc="100" dirty="0">
                <a:solidFill>
                  <a:srgbClr val="FF0000"/>
                </a:solidFill>
                <a:ea typeface="微软雅黑" panose="020B0503020204020204" pitchFamily="34" charset="-122"/>
              </a:rPr>
              <a:t>解决方法：</a:t>
            </a:r>
            <a:r>
              <a:rPr lang="zh-CN" altLang="en-US" sz="1400" spc="100" dirty="0">
                <a:solidFill>
                  <a:prstClr val="black"/>
                </a:solidFill>
                <a:ea typeface="微软雅黑" panose="020B0503020204020204" pitchFamily="34" charset="-122"/>
              </a:rPr>
              <a:t>在译码阶段判断上一条指令是否为加载指令，如果是则向控制模块请求暂停流水线（生成对应</a:t>
            </a:r>
            <a:r>
              <a:rPr lang="en-US" altLang="zh-CN" sz="1400" spc="100" dirty="0">
                <a:solidFill>
                  <a:prstClr val="black"/>
                </a:solidFill>
                <a:ea typeface="微软雅黑" panose="020B0503020204020204" pitchFamily="34" charset="-122"/>
              </a:rPr>
              <a:t>stall</a:t>
            </a:r>
            <a:r>
              <a:rPr lang="zh-CN" altLang="en-US" sz="1400" spc="100" dirty="0">
                <a:solidFill>
                  <a:prstClr val="black"/>
                </a:solidFill>
                <a:ea typeface="微软雅黑" panose="020B0503020204020204" pitchFamily="34" charset="-122"/>
              </a:rPr>
              <a:t>）一个时钟周期，使取码于译码阶段暂停，让后续的阶段继续执行</a:t>
            </a:r>
            <a:endParaRPr kumimoji="0" lang="zh-CN" altLang="en-US" sz="14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p:txBody>
      </p:sp>
    </p:spTree>
    <p:extLst>
      <p:ext uri="{BB962C8B-B14F-4D97-AF65-F5344CB8AC3E}">
        <p14:creationId xmlns:p14="http://schemas.microsoft.com/office/powerpoint/2010/main" val="4017455981"/>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zh-CN" altLang="en-US" dirty="0"/>
              <a:t>冒险处理</a:t>
            </a:r>
          </a:p>
        </p:txBody>
      </p:sp>
      <p:sp>
        <p:nvSpPr>
          <p:cNvPr id="16" name="文本框 15">
            <a:extLst>
              <a:ext uri="{FF2B5EF4-FFF2-40B4-BE49-F238E27FC236}">
                <a16:creationId xmlns:a16="http://schemas.microsoft.com/office/drawing/2014/main" id="{91A152ED-9FAE-448F-A59A-4A9C49941603}"/>
              </a:ext>
            </a:extLst>
          </p:cNvPr>
          <p:cNvSpPr txBox="1"/>
          <p:nvPr/>
        </p:nvSpPr>
        <p:spPr>
          <a:xfrm>
            <a:off x="306916" y="1036637"/>
            <a:ext cx="2400657" cy="461665"/>
          </a:xfrm>
          <a:prstGeom prst="rect">
            <a:avLst/>
          </a:prstGeom>
          <a:noFill/>
        </p:spPr>
        <p:txBody>
          <a:bodyPr wrap="none" l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3. </a:t>
            </a:r>
            <a:r>
              <a:rPr kumimoji="0" lang="zh-CN" altLang="en-US" sz="2400" b="1" i="0" u="none" strike="noStrike" kern="1200" cap="none" spc="100" normalizeH="0" baseline="0" noProof="0" dirty="0">
                <a:ln>
                  <a:noFill/>
                </a:ln>
                <a:solidFill>
                  <a:srgbClr val="006C39"/>
                </a:solidFill>
                <a:effectLst/>
                <a:uLnTx/>
                <a:uFillTx/>
                <a:latin typeface="Century Gothic" panose="020B0502020202020204" pitchFamily="34" charset="0"/>
                <a:ea typeface="微软雅黑" panose="020B0503020204020204" pitchFamily="34" charset="-122"/>
                <a:cs typeface="+mn-cs"/>
              </a:rPr>
              <a:t>控制相关问题</a:t>
            </a:r>
          </a:p>
        </p:txBody>
      </p:sp>
      <p:sp>
        <p:nvSpPr>
          <p:cNvPr id="17" name="文本框 16">
            <a:extLst>
              <a:ext uri="{FF2B5EF4-FFF2-40B4-BE49-F238E27FC236}">
                <a16:creationId xmlns:a16="http://schemas.microsoft.com/office/drawing/2014/main" id="{D6311A41-DE23-469C-8BE5-52AD25517DD7}"/>
              </a:ext>
            </a:extLst>
          </p:cNvPr>
          <p:cNvSpPr txBox="1"/>
          <p:nvPr/>
        </p:nvSpPr>
        <p:spPr>
          <a:xfrm>
            <a:off x="682414" y="1805741"/>
            <a:ext cx="10515598" cy="2982347"/>
          </a:xfrm>
          <a:prstGeom prst="rect">
            <a:avLst/>
          </a:prstGeom>
          <a:noFill/>
        </p:spPr>
        <p:txBody>
          <a:bodyPr wrap="square" lIns="0" rtlCol="0">
            <a:noAutofit/>
          </a:bodyPr>
          <a:lstStyle/>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8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在执行跳转指令时，在译码阶段判断跳转条件成立，那么下一条指令应当不执行，可是下一条指令已进入取码阶段。</a:t>
            </a:r>
            <a:endParaRPr kumimoji="0" lang="en-US" altLang="zh-CN" sz="18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endParaRPr kumimoji="0" lang="zh-CN" altLang="en-US" sz="18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endParaRPr>
          </a:p>
          <a:p>
            <a:pPr marL="0" marR="0" lvl="0" indent="0" algn="just" defTabSz="914400" rtl="0" eaLnBrk="1" fontAlgn="base" latinLnBrk="0" hangingPunct="0">
              <a:lnSpc>
                <a:spcPct val="150000"/>
              </a:lnSpc>
              <a:spcBef>
                <a:spcPct val="0"/>
              </a:spcBef>
              <a:spcAft>
                <a:spcPct val="0"/>
              </a:spcAft>
              <a:buClrTx/>
              <a:buSzTx/>
              <a:buFontTx/>
              <a:buNone/>
              <a:tabLst/>
              <a:defRPr/>
            </a:pPr>
            <a:r>
              <a:rPr kumimoji="0" lang="zh-CN" altLang="en-US" sz="1800" b="1" i="0" u="none" strike="noStrike" kern="1200" cap="none" spc="100" normalizeH="0" baseline="0" noProof="0" dirty="0">
                <a:ln>
                  <a:noFill/>
                </a:ln>
                <a:solidFill>
                  <a:srgbClr val="FF0000"/>
                </a:solidFill>
                <a:effectLst/>
                <a:uLnTx/>
                <a:uFillTx/>
                <a:latin typeface="微软雅黑"/>
                <a:ea typeface="微软雅黑" panose="020B0503020204020204" pitchFamily="34" charset="-122"/>
                <a:cs typeface="+mn-cs"/>
              </a:rPr>
              <a:t>解决方法：</a:t>
            </a:r>
            <a:r>
              <a:rPr kumimoji="0" lang="zh-CN" altLang="en-US" sz="1800" b="0" i="0" u="none" strike="noStrike" kern="1200" cap="none" spc="100" normalizeH="0" baseline="0" noProof="0" dirty="0">
                <a:ln>
                  <a:noFill/>
                </a:ln>
                <a:solidFill>
                  <a:prstClr val="black"/>
                </a:solidFill>
                <a:effectLst/>
                <a:uLnTx/>
                <a:uFillTx/>
                <a:latin typeface="微软雅黑"/>
                <a:ea typeface="微软雅黑" panose="020B0503020204020204" pitchFamily="34" charset="-122"/>
                <a:cs typeface="+mn-cs"/>
              </a:rPr>
              <a:t>采用冲刷技术，当跳转条件成立时，把进入取码阶段的指令冲刷掉（生成一个空指令），把空指令传递到译码阶段</a:t>
            </a:r>
          </a:p>
        </p:txBody>
      </p:sp>
      <p:pic>
        <p:nvPicPr>
          <p:cNvPr id="3" name="图片 2">
            <a:extLst>
              <a:ext uri="{FF2B5EF4-FFF2-40B4-BE49-F238E27FC236}">
                <a16:creationId xmlns:a16="http://schemas.microsoft.com/office/drawing/2014/main" id="{38D4F1BC-8D68-DC11-4567-D965EC74EB3F}"/>
              </a:ext>
            </a:extLst>
          </p:cNvPr>
          <p:cNvPicPr>
            <a:picLocks noChangeAspect="1"/>
          </p:cNvPicPr>
          <p:nvPr/>
        </p:nvPicPr>
        <p:blipFill>
          <a:blip r:embed="rId3"/>
          <a:stretch>
            <a:fillRect/>
          </a:stretch>
        </p:blipFill>
        <p:spPr>
          <a:xfrm>
            <a:off x="4802377" y="3598471"/>
            <a:ext cx="3630423" cy="2765596"/>
          </a:xfrm>
          <a:prstGeom prst="rect">
            <a:avLst/>
          </a:prstGeom>
        </p:spPr>
      </p:pic>
    </p:spTree>
    <p:extLst>
      <p:ext uri="{BB962C8B-B14F-4D97-AF65-F5344CB8AC3E}">
        <p14:creationId xmlns:p14="http://schemas.microsoft.com/office/powerpoint/2010/main" val="1099583699"/>
      </p:ext>
    </p:extLst>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dirty="0"/>
              <a:t>CPU </a:t>
            </a:r>
            <a:r>
              <a:rPr lang="zh-CN" altLang="en-US" dirty="0"/>
              <a:t>实现的指令</a:t>
            </a:r>
            <a:r>
              <a:rPr lang="en-US" altLang="zh-CN" dirty="0"/>
              <a:t>/</a:t>
            </a:r>
            <a:r>
              <a:rPr lang="zh-CN" altLang="en-US" dirty="0"/>
              <a:t>信号逻辑</a:t>
            </a:r>
          </a:p>
        </p:txBody>
      </p:sp>
      <p:pic>
        <p:nvPicPr>
          <p:cNvPr id="3" name="图片 2">
            <a:extLst>
              <a:ext uri="{FF2B5EF4-FFF2-40B4-BE49-F238E27FC236}">
                <a16:creationId xmlns:a16="http://schemas.microsoft.com/office/drawing/2014/main" id="{859FF87E-E305-4F2A-B045-3B8DD388478A}"/>
              </a:ext>
            </a:extLst>
          </p:cNvPr>
          <p:cNvPicPr>
            <a:picLocks noChangeAspect="1"/>
          </p:cNvPicPr>
          <p:nvPr/>
        </p:nvPicPr>
        <p:blipFill>
          <a:blip r:embed="rId3"/>
          <a:stretch>
            <a:fillRect/>
          </a:stretch>
        </p:blipFill>
        <p:spPr>
          <a:xfrm>
            <a:off x="98392" y="1690994"/>
            <a:ext cx="4304420" cy="3776849"/>
          </a:xfrm>
          <a:prstGeom prst="rect">
            <a:avLst/>
          </a:prstGeom>
        </p:spPr>
      </p:pic>
      <p:pic>
        <p:nvPicPr>
          <p:cNvPr id="5" name="图片 4">
            <a:extLst>
              <a:ext uri="{FF2B5EF4-FFF2-40B4-BE49-F238E27FC236}">
                <a16:creationId xmlns:a16="http://schemas.microsoft.com/office/drawing/2014/main" id="{B50F8ED0-1ED6-4838-B0ED-00406555C5A9}"/>
              </a:ext>
            </a:extLst>
          </p:cNvPr>
          <p:cNvPicPr>
            <a:picLocks noChangeAspect="1"/>
          </p:cNvPicPr>
          <p:nvPr/>
        </p:nvPicPr>
        <p:blipFill>
          <a:blip r:embed="rId4"/>
          <a:stretch>
            <a:fillRect/>
          </a:stretch>
        </p:blipFill>
        <p:spPr>
          <a:xfrm>
            <a:off x="98392" y="1372916"/>
            <a:ext cx="4304425" cy="318078"/>
          </a:xfrm>
          <a:prstGeom prst="rect">
            <a:avLst/>
          </a:prstGeom>
        </p:spPr>
      </p:pic>
      <p:pic>
        <p:nvPicPr>
          <p:cNvPr id="9" name="图片 8">
            <a:extLst>
              <a:ext uri="{FF2B5EF4-FFF2-40B4-BE49-F238E27FC236}">
                <a16:creationId xmlns:a16="http://schemas.microsoft.com/office/drawing/2014/main" id="{CC4BA40B-75DA-4B0C-A5A7-CD821C50962A}"/>
              </a:ext>
            </a:extLst>
          </p:cNvPr>
          <p:cNvPicPr>
            <a:picLocks noChangeAspect="1"/>
          </p:cNvPicPr>
          <p:nvPr/>
        </p:nvPicPr>
        <p:blipFill>
          <a:blip r:embed="rId4"/>
          <a:stretch>
            <a:fillRect/>
          </a:stretch>
        </p:blipFill>
        <p:spPr>
          <a:xfrm>
            <a:off x="4388937" y="1372914"/>
            <a:ext cx="4304421" cy="318078"/>
          </a:xfrm>
          <a:prstGeom prst="rect">
            <a:avLst/>
          </a:prstGeom>
        </p:spPr>
      </p:pic>
      <p:pic>
        <p:nvPicPr>
          <p:cNvPr id="11" name="图片 10">
            <a:extLst>
              <a:ext uri="{FF2B5EF4-FFF2-40B4-BE49-F238E27FC236}">
                <a16:creationId xmlns:a16="http://schemas.microsoft.com/office/drawing/2014/main" id="{2601D021-2C73-4DA3-9239-8FB0645B57F1}"/>
              </a:ext>
            </a:extLst>
          </p:cNvPr>
          <p:cNvPicPr>
            <a:picLocks noChangeAspect="1"/>
          </p:cNvPicPr>
          <p:nvPr/>
        </p:nvPicPr>
        <p:blipFill>
          <a:blip r:embed="rId5"/>
          <a:stretch>
            <a:fillRect/>
          </a:stretch>
        </p:blipFill>
        <p:spPr>
          <a:xfrm>
            <a:off x="4402811" y="1690992"/>
            <a:ext cx="4290547" cy="3776850"/>
          </a:xfrm>
          <a:prstGeom prst="rect">
            <a:avLst/>
          </a:prstGeom>
        </p:spPr>
      </p:pic>
      <p:pic>
        <p:nvPicPr>
          <p:cNvPr id="7" name="图片 6">
            <a:extLst>
              <a:ext uri="{FF2B5EF4-FFF2-40B4-BE49-F238E27FC236}">
                <a16:creationId xmlns:a16="http://schemas.microsoft.com/office/drawing/2014/main" id="{C8B8D503-5C66-AC68-C52F-0413B3599408}"/>
              </a:ext>
            </a:extLst>
          </p:cNvPr>
          <p:cNvPicPr>
            <a:picLocks noChangeAspect="1"/>
          </p:cNvPicPr>
          <p:nvPr/>
        </p:nvPicPr>
        <p:blipFill>
          <a:blip r:embed="rId6"/>
          <a:stretch>
            <a:fillRect/>
          </a:stretch>
        </p:blipFill>
        <p:spPr>
          <a:xfrm>
            <a:off x="8761092" y="1690992"/>
            <a:ext cx="3493095" cy="2232543"/>
          </a:xfrm>
          <a:prstGeom prst="rect">
            <a:avLst/>
          </a:prstGeom>
        </p:spPr>
      </p:pic>
      <p:sp>
        <p:nvSpPr>
          <p:cNvPr id="8" name="文本框 7">
            <a:extLst>
              <a:ext uri="{FF2B5EF4-FFF2-40B4-BE49-F238E27FC236}">
                <a16:creationId xmlns:a16="http://schemas.microsoft.com/office/drawing/2014/main" id="{03676334-C31C-D89C-3F9C-7F12CB40DD94}"/>
              </a:ext>
            </a:extLst>
          </p:cNvPr>
          <p:cNvSpPr txBox="1"/>
          <p:nvPr/>
        </p:nvSpPr>
        <p:spPr>
          <a:xfrm>
            <a:off x="98392" y="999803"/>
            <a:ext cx="2065867" cy="369332"/>
          </a:xfrm>
          <a:prstGeom prst="rect">
            <a:avLst/>
          </a:prstGeom>
          <a:noFill/>
        </p:spPr>
        <p:txBody>
          <a:bodyPr wrap="square" rtlCol="0">
            <a:spAutoFit/>
          </a:bodyPr>
          <a:lstStyle/>
          <a:p>
            <a:r>
              <a:rPr lang="en-US" altLang="zh-CN" dirty="0"/>
              <a:t>CPU</a:t>
            </a:r>
            <a:r>
              <a:rPr lang="zh-CN" altLang="en-US" dirty="0"/>
              <a:t>指令集</a:t>
            </a:r>
          </a:p>
        </p:txBody>
      </p:sp>
      <p:sp>
        <p:nvSpPr>
          <p:cNvPr id="12" name="文本框 11">
            <a:extLst>
              <a:ext uri="{FF2B5EF4-FFF2-40B4-BE49-F238E27FC236}">
                <a16:creationId xmlns:a16="http://schemas.microsoft.com/office/drawing/2014/main" id="{4A0B1A87-8286-6C80-7874-F11802282FC2}"/>
              </a:ext>
            </a:extLst>
          </p:cNvPr>
          <p:cNvSpPr txBox="1"/>
          <p:nvPr/>
        </p:nvSpPr>
        <p:spPr>
          <a:xfrm>
            <a:off x="8707231" y="1321661"/>
            <a:ext cx="2065867" cy="369332"/>
          </a:xfrm>
          <a:prstGeom prst="rect">
            <a:avLst/>
          </a:prstGeom>
          <a:noFill/>
        </p:spPr>
        <p:txBody>
          <a:bodyPr wrap="square" rtlCol="0">
            <a:spAutoFit/>
          </a:bodyPr>
          <a:lstStyle/>
          <a:p>
            <a:r>
              <a:rPr lang="en-US" altLang="zh-CN" dirty="0"/>
              <a:t>CPU</a:t>
            </a:r>
            <a:r>
              <a:rPr lang="zh-CN" altLang="en-US" dirty="0"/>
              <a:t>部分信号</a:t>
            </a:r>
          </a:p>
        </p:txBody>
      </p:sp>
    </p:spTree>
    <p:extLst>
      <p:ext uri="{BB962C8B-B14F-4D97-AF65-F5344CB8AC3E}">
        <p14:creationId xmlns:p14="http://schemas.microsoft.com/office/powerpoint/2010/main" val="4038198036"/>
      </p:ext>
    </p:extLst>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nvPr>
        </p:nvSpPr>
        <p:spPr/>
        <p:txBody>
          <a:bodyPr/>
          <a:lstStyle/>
          <a:p>
            <a:r>
              <a:rPr lang="en-US" altLang="zh-CN" dirty="0"/>
              <a:t>CPU </a:t>
            </a:r>
            <a:r>
              <a:rPr lang="zh-CN" altLang="en-US" dirty="0"/>
              <a:t>数据流图</a:t>
            </a:r>
          </a:p>
        </p:txBody>
      </p:sp>
      <p:pic>
        <p:nvPicPr>
          <p:cNvPr id="7" name="图片 6">
            <a:extLst>
              <a:ext uri="{FF2B5EF4-FFF2-40B4-BE49-F238E27FC236}">
                <a16:creationId xmlns:a16="http://schemas.microsoft.com/office/drawing/2014/main" id="{27C76397-6D43-4C89-BFFC-90D6CF836A82}"/>
              </a:ext>
            </a:extLst>
          </p:cNvPr>
          <p:cNvPicPr>
            <a:picLocks noChangeAspect="1"/>
          </p:cNvPicPr>
          <p:nvPr/>
        </p:nvPicPr>
        <p:blipFill>
          <a:blip r:embed="rId3"/>
          <a:stretch>
            <a:fillRect/>
          </a:stretch>
        </p:blipFill>
        <p:spPr>
          <a:xfrm>
            <a:off x="186385" y="826101"/>
            <a:ext cx="11691290" cy="6031899"/>
          </a:xfrm>
          <a:prstGeom prst="rect">
            <a:avLst/>
          </a:prstGeom>
        </p:spPr>
      </p:pic>
    </p:spTree>
    <p:extLst>
      <p:ext uri="{BB962C8B-B14F-4D97-AF65-F5344CB8AC3E}">
        <p14:creationId xmlns:p14="http://schemas.microsoft.com/office/powerpoint/2010/main" val="949098474"/>
      </p:ext>
    </p:extLst>
  </p:cSld>
  <p:clrMapOvr>
    <a:masterClrMapping/>
  </p:clrMapOvr>
  <p:transition spd="med">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2E09F2-61D9-8985-7024-94BD436D4F77}"/>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A9EE398C-D346-9DED-098B-6037209A3857}"/>
              </a:ext>
            </a:extLst>
          </p:cNvPr>
          <p:cNvSpPr>
            <a:spLocks noGrp="1"/>
          </p:cNvSpPr>
          <p:nvPr>
            <p:ph type="title"/>
          </p:nvPr>
        </p:nvSpPr>
        <p:spPr/>
        <p:txBody>
          <a:bodyPr/>
          <a:lstStyle/>
          <a:p>
            <a:r>
              <a:rPr lang="en-US" altLang="zh-CN" dirty="0"/>
              <a:t>CPU </a:t>
            </a:r>
            <a:r>
              <a:rPr lang="zh-CN" altLang="en-US" dirty="0"/>
              <a:t>实现架构 </a:t>
            </a:r>
            <a:r>
              <a:rPr lang="en-US" altLang="zh-CN" dirty="0"/>
              <a:t>&amp; </a:t>
            </a:r>
            <a:r>
              <a:rPr lang="zh-CN" altLang="en-US" dirty="0"/>
              <a:t>文件结构</a:t>
            </a:r>
          </a:p>
        </p:txBody>
      </p:sp>
      <p:pic>
        <p:nvPicPr>
          <p:cNvPr id="4" name="图片 3">
            <a:extLst>
              <a:ext uri="{FF2B5EF4-FFF2-40B4-BE49-F238E27FC236}">
                <a16:creationId xmlns:a16="http://schemas.microsoft.com/office/drawing/2014/main" id="{1F45A610-5D8B-4318-B1E3-02239A43F3B1}"/>
              </a:ext>
            </a:extLst>
          </p:cNvPr>
          <p:cNvPicPr>
            <a:picLocks noChangeAspect="1"/>
          </p:cNvPicPr>
          <p:nvPr/>
        </p:nvPicPr>
        <p:blipFill>
          <a:blip r:embed="rId3"/>
          <a:srcRect t="17233"/>
          <a:stretch>
            <a:fillRect/>
          </a:stretch>
        </p:blipFill>
        <p:spPr>
          <a:xfrm>
            <a:off x="474781" y="994423"/>
            <a:ext cx="7405222" cy="2770293"/>
          </a:xfrm>
          <a:prstGeom prst="rect">
            <a:avLst/>
          </a:prstGeom>
        </p:spPr>
      </p:pic>
      <p:sp>
        <p:nvSpPr>
          <p:cNvPr id="6" name="矩形: 圆角 5">
            <a:extLst>
              <a:ext uri="{FF2B5EF4-FFF2-40B4-BE49-F238E27FC236}">
                <a16:creationId xmlns:a16="http://schemas.microsoft.com/office/drawing/2014/main" id="{43C69B90-6F9E-A9F9-E019-BAA17E3E896E}"/>
              </a:ext>
            </a:extLst>
          </p:cNvPr>
          <p:cNvSpPr/>
          <p:nvPr/>
        </p:nvSpPr>
        <p:spPr>
          <a:xfrm>
            <a:off x="221766" y="1131147"/>
            <a:ext cx="7911253" cy="2160693"/>
          </a:xfrm>
          <a:prstGeom prst="round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zh-CN" altLang="en-US" dirty="0">
                <a:solidFill>
                  <a:schemeClr val="tx1"/>
                </a:solidFill>
              </a:rPr>
              <a:t>实现架构图</a:t>
            </a:r>
          </a:p>
        </p:txBody>
      </p:sp>
      <p:sp>
        <p:nvSpPr>
          <p:cNvPr id="13" name="矩形: 圆角 12">
            <a:extLst>
              <a:ext uri="{FF2B5EF4-FFF2-40B4-BE49-F238E27FC236}">
                <a16:creationId xmlns:a16="http://schemas.microsoft.com/office/drawing/2014/main" id="{6124E484-0F6C-28F1-E3FE-FF0484EE66DF}"/>
              </a:ext>
            </a:extLst>
          </p:cNvPr>
          <p:cNvSpPr/>
          <p:nvPr/>
        </p:nvSpPr>
        <p:spPr>
          <a:xfrm>
            <a:off x="3205419" y="2920808"/>
            <a:ext cx="6974901" cy="3866071"/>
          </a:xfrm>
          <a:prstGeom prst="roundRect">
            <a:avLst/>
          </a:prstGeom>
          <a:noFill/>
          <a:ln w="57150"/>
        </p:spPr>
        <p:style>
          <a:lnRef idx="2">
            <a:schemeClr val="accent1">
              <a:shade val="15000"/>
            </a:schemeClr>
          </a:lnRef>
          <a:fillRef idx="1">
            <a:schemeClr val="accent1"/>
          </a:fillRef>
          <a:effectRef idx="0">
            <a:schemeClr val="accent1"/>
          </a:effectRef>
          <a:fontRef idx="minor">
            <a:schemeClr val="lt1"/>
          </a:fontRef>
        </p:style>
        <p:txBody>
          <a:bodyPr rtlCol="0" anchor="t"/>
          <a:lstStyle/>
          <a:p>
            <a:endParaRPr lang="en-US" altLang="zh-CN" dirty="0">
              <a:solidFill>
                <a:schemeClr val="tx1"/>
              </a:solidFill>
            </a:endParaRPr>
          </a:p>
          <a:p>
            <a:r>
              <a:rPr lang="zh-CN" altLang="en-US" dirty="0">
                <a:solidFill>
                  <a:schemeClr val="tx1"/>
                </a:solidFill>
              </a:rPr>
              <a:t>文件结构</a:t>
            </a:r>
          </a:p>
        </p:txBody>
      </p:sp>
      <p:pic>
        <p:nvPicPr>
          <p:cNvPr id="15" name="图片 14">
            <a:extLst>
              <a:ext uri="{FF2B5EF4-FFF2-40B4-BE49-F238E27FC236}">
                <a16:creationId xmlns:a16="http://schemas.microsoft.com/office/drawing/2014/main" id="{22977138-28E5-C9EA-AFB2-428AF28FEE35}"/>
              </a:ext>
            </a:extLst>
          </p:cNvPr>
          <p:cNvPicPr>
            <a:picLocks noChangeAspect="1"/>
          </p:cNvPicPr>
          <p:nvPr/>
        </p:nvPicPr>
        <p:blipFill>
          <a:blip r:embed="rId4"/>
          <a:stretch>
            <a:fillRect/>
          </a:stretch>
        </p:blipFill>
        <p:spPr>
          <a:xfrm>
            <a:off x="4693919" y="3122623"/>
            <a:ext cx="4757846" cy="3332302"/>
          </a:xfrm>
          <a:prstGeom prst="rect">
            <a:avLst/>
          </a:prstGeom>
        </p:spPr>
      </p:pic>
    </p:spTree>
    <p:extLst>
      <p:ext uri="{BB962C8B-B14F-4D97-AF65-F5344CB8AC3E}">
        <p14:creationId xmlns:p14="http://schemas.microsoft.com/office/powerpoint/2010/main" val="153526132"/>
      </p:ext>
    </p:extLst>
  </p:cSld>
  <p:clrMapOvr>
    <a:masterClrMapping/>
  </p:clrMapOvr>
  <p:transition spd="med">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FA9FF-9CFB-1D09-0088-8E86769DC7C1}"/>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8458E050-385A-2B50-9910-281C00165E80}"/>
              </a:ext>
            </a:extLst>
          </p:cNvPr>
          <p:cNvSpPr>
            <a:spLocks noGrp="1"/>
          </p:cNvSpPr>
          <p:nvPr>
            <p:ph type="title"/>
          </p:nvPr>
        </p:nvSpPr>
        <p:spPr/>
        <p:txBody>
          <a:bodyPr/>
          <a:lstStyle/>
          <a:p>
            <a:r>
              <a:rPr lang="zh-CN" altLang="en-US" dirty="0"/>
              <a:t>接口控制器设计</a:t>
            </a:r>
          </a:p>
        </p:txBody>
      </p:sp>
      <p:pic>
        <p:nvPicPr>
          <p:cNvPr id="4" name="图片 3">
            <a:extLst>
              <a:ext uri="{FF2B5EF4-FFF2-40B4-BE49-F238E27FC236}">
                <a16:creationId xmlns:a16="http://schemas.microsoft.com/office/drawing/2014/main" id="{BC754FEF-1743-4998-6B54-922209918EE3}"/>
              </a:ext>
            </a:extLst>
          </p:cNvPr>
          <p:cNvPicPr>
            <a:picLocks noChangeAspect="1"/>
          </p:cNvPicPr>
          <p:nvPr/>
        </p:nvPicPr>
        <p:blipFill>
          <a:blip r:embed="rId3"/>
          <a:stretch>
            <a:fillRect/>
          </a:stretch>
        </p:blipFill>
        <p:spPr>
          <a:xfrm>
            <a:off x="253576" y="1058929"/>
            <a:ext cx="11243733" cy="4026472"/>
          </a:xfrm>
          <a:prstGeom prst="rect">
            <a:avLst/>
          </a:prstGeom>
        </p:spPr>
      </p:pic>
      <p:sp>
        <p:nvSpPr>
          <p:cNvPr id="6" name="文本框 5">
            <a:extLst>
              <a:ext uri="{FF2B5EF4-FFF2-40B4-BE49-F238E27FC236}">
                <a16:creationId xmlns:a16="http://schemas.microsoft.com/office/drawing/2014/main" id="{DD4DA4CF-5B06-E1CB-07F4-923A15071A0C}"/>
              </a:ext>
            </a:extLst>
          </p:cNvPr>
          <p:cNvSpPr txBox="1"/>
          <p:nvPr/>
        </p:nvSpPr>
        <p:spPr>
          <a:xfrm>
            <a:off x="9015305" y="4926135"/>
            <a:ext cx="2424854" cy="369332"/>
          </a:xfrm>
          <a:prstGeom prst="rect">
            <a:avLst/>
          </a:prstGeom>
          <a:noFill/>
        </p:spPr>
        <p:txBody>
          <a:bodyPr wrap="square" rtlCol="0">
            <a:spAutoFit/>
          </a:bodyPr>
          <a:lstStyle/>
          <a:p>
            <a:r>
              <a:rPr lang="zh-CN" altLang="en-US" dirty="0"/>
              <a:t>外设：串口、数码管</a:t>
            </a:r>
          </a:p>
        </p:txBody>
      </p:sp>
      <p:sp>
        <p:nvSpPr>
          <p:cNvPr id="7" name="文本框 6">
            <a:extLst>
              <a:ext uri="{FF2B5EF4-FFF2-40B4-BE49-F238E27FC236}">
                <a16:creationId xmlns:a16="http://schemas.microsoft.com/office/drawing/2014/main" id="{3399BA7A-BDD0-5AD4-DC16-841C02DDB4A5}"/>
              </a:ext>
            </a:extLst>
          </p:cNvPr>
          <p:cNvSpPr txBox="1"/>
          <p:nvPr/>
        </p:nvSpPr>
        <p:spPr>
          <a:xfrm>
            <a:off x="5642186" y="3826932"/>
            <a:ext cx="1063414" cy="276999"/>
          </a:xfrm>
          <a:prstGeom prst="rect">
            <a:avLst/>
          </a:prstGeom>
          <a:noFill/>
        </p:spPr>
        <p:txBody>
          <a:bodyPr wrap="square" rtlCol="0">
            <a:spAutoFit/>
          </a:bodyPr>
          <a:lstStyle/>
          <a:p>
            <a:r>
              <a:rPr lang="zh-CN" altLang="en-US" sz="1200" dirty="0"/>
              <a:t>地址译码</a:t>
            </a:r>
          </a:p>
        </p:txBody>
      </p:sp>
    </p:spTree>
    <p:extLst>
      <p:ext uri="{BB962C8B-B14F-4D97-AF65-F5344CB8AC3E}">
        <p14:creationId xmlns:p14="http://schemas.microsoft.com/office/powerpoint/2010/main" val="3494316392"/>
      </p:ext>
    </p:extLst>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7198A-C6E3-F4DA-E7A8-444CD1B17309}"/>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F7589F42-1B7E-957B-B10B-F36F448576E4}"/>
              </a:ext>
            </a:extLst>
          </p:cNvPr>
          <p:cNvSpPr>
            <a:spLocks noGrp="1"/>
          </p:cNvSpPr>
          <p:nvPr>
            <p:ph type="title"/>
          </p:nvPr>
        </p:nvSpPr>
        <p:spPr/>
        <p:txBody>
          <a:bodyPr/>
          <a:lstStyle/>
          <a:p>
            <a:r>
              <a:rPr lang="zh-CN" altLang="en-US" dirty="0"/>
              <a:t>接口控制器设计</a:t>
            </a:r>
          </a:p>
        </p:txBody>
      </p:sp>
      <p:sp>
        <p:nvSpPr>
          <p:cNvPr id="3" name="文本框 2">
            <a:extLst>
              <a:ext uri="{FF2B5EF4-FFF2-40B4-BE49-F238E27FC236}">
                <a16:creationId xmlns:a16="http://schemas.microsoft.com/office/drawing/2014/main" id="{DAB0349F-29CB-6C58-5C7A-2F18A495635B}"/>
              </a:ext>
            </a:extLst>
          </p:cNvPr>
          <p:cNvSpPr txBox="1"/>
          <p:nvPr/>
        </p:nvSpPr>
        <p:spPr>
          <a:xfrm>
            <a:off x="388198" y="867816"/>
            <a:ext cx="9496213" cy="461665"/>
          </a:xfrm>
          <a:prstGeom prst="rect">
            <a:avLst/>
          </a:prstGeom>
          <a:noFill/>
        </p:spPr>
        <p:txBody>
          <a:bodyPr wrap="square" rtlCol="0">
            <a:spAutoFit/>
          </a:bodyPr>
          <a:lstStyle/>
          <a:p>
            <a:r>
              <a:rPr lang="en-US" altLang="zh-CN" sz="2400" b="1" dirty="0"/>
              <a:t>UART </a:t>
            </a:r>
            <a:r>
              <a:rPr lang="zh-CN" altLang="en-US" sz="2400" b="1" dirty="0"/>
              <a:t>控制器</a:t>
            </a:r>
          </a:p>
        </p:txBody>
      </p:sp>
      <p:sp>
        <p:nvSpPr>
          <p:cNvPr id="4" name="文本框 3">
            <a:extLst>
              <a:ext uri="{FF2B5EF4-FFF2-40B4-BE49-F238E27FC236}">
                <a16:creationId xmlns:a16="http://schemas.microsoft.com/office/drawing/2014/main" id="{5F6196CD-EFDE-3F06-65F0-04919D2315AC}"/>
              </a:ext>
            </a:extLst>
          </p:cNvPr>
          <p:cNvSpPr txBox="1"/>
          <p:nvPr/>
        </p:nvSpPr>
        <p:spPr>
          <a:xfrm>
            <a:off x="388197" y="3552105"/>
            <a:ext cx="9496213" cy="461665"/>
          </a:xfrm>
          <a:prstGeom prst="rect">
            <a:avLst/>
          </a:prstGeom>
          <a:noFill/>
        </p:spPr>
        <p:txBody>
          <a:bodyPr wrap="square" rtlCol="0">
            <a:spAutoFit/>
          </a:bodyPr>
          <a:lstStyle/>
          <a:p>
            <a:r>
              <a:rPr lang="zh-CN" altLang="en-US" sz="2400" b="1" dirty="0"/>
              <a:t>数码管控制器</a:t>
            </a:r>
          </a:p>
        </p:txBody>
      </p:sp>
      <p:sp>
        <p:nvSpPr>
          <p:cNvPr id="5" name="文本框 4">
            <a:extLst>
              <a:ext uri="{FF2B5EF4-FFF2-40B4-BE49-F238E27FC236}">
                <a16:creationId xmlns:a16="http://schemas.microsoft.com/office/drawing/2014/main" id="{1581F096-DBCC-92B7-5CA0-E70ADB86E131}"/>
              </a:ext>
            </a:extLst>
          </p:cNvPr>
          <p:cNvSpPr txBox="1"/>
          <p:nvPr/>
        </p:nvSpPr>
        <p:spPr>
          <a:xfrm>
            <a:off x="388198" y="1351451"/>
            <a:ext cx="11292613" cy="584775"/>
          </a:xfrm>
          <a:prstGeom prst="rect">
            <a:avLst/>
          </a:prstGeom>
          <a:noFill/>
        </p:spPr>
        <p:txBody>
          <a:bodyPr wrap="square" rtlCol="0">
            <a:spAutoFit/>
          </a:bodyPr>
          <a:lstStyle/>
          <a:p>
            <a:r>
              <a:rPr lang="zh-CN" altLang="en-US" sz="1600" dirty="0"/>
              <a:t>功能：串口发送（波特率 </a:t>
            </a:r>
            <a:r>
              <a:rPr lang="en-US" altLang="zh-CN" sz="1600" dirty="0"/>
              <a:t>115200</a:t>
            </a:r>
            <a:r>
              <a:rPr lang="zh-CN" altLang="en-US" sz="1600" dirty="0"/>
              <a:t>），</a:t>
            </a:r>
            <a:r>
              <a:rPr lang="en-US" altLang="zh-CN" sz="1600" dirty="0"/>
              <a:t>CPU </a:t>
            </a:r>
            <a:r>
              <a:rPr lang="zh-CN" altLang="en-US" sz="1600" dirty="0"/>
              <a:t>写数据寄存器触发发送，读状态寄存器检查 </a:t>
            </a:r>
            <a:r>
              <a:rPr lang="en-US" altLang="zh-CN" sz="1600" dirty="0"/>
              <a:t>busy</a:t>
            </a:r>
            <a:r>
              <a:rPr lang="zh-CN" altLang="en-US" sz="1600" dirty="0"/>
              <a:t>。</a:t>
            </a:r>
          </a:p>
          <a:p>
            <a:endParaRPr lang="zh-CN" altLang="en-US" sz="1600" dirty="0"/>
          </a:p>
        </p:txBody>
      </p:sp>
      <p:sp>
        <p:nvSpPr>
          <p:cNvPr id="6" name="文本框 5">
            <a:extLst>
              <a:ext uri="{FF2B5EF4-FFF2-40B4-BE49-F238E27FC236}">
                <a16:creationId xmlns:a16="http://schemas.microsoft.com/office/drawing/2014/main" id="{69BD2E66-A88D-E825-F512-3D31557D0574}"/>
              </a:ext>
            </a:extLst>
          </p:cNvPr>
          <p:cNvSpPr txBox="1"/>
          <p:nvPr/>
        </p:nvSpPr>
        <p:spPr>
          <a:xfrm>
            <a:off x="388197" y="4029885"/>
            <a:ext cx="11292613" cy="338554"/>
          </a:xfrm>
          <a:prstGeom prst="rect">
            <a:avLst/>
          </a:prstGeom>
          <a:noFill/>
        </p:spPr>
        <p:txBody>
          <a:bodyPr wrap="square" rtlCol="0">
            <a:spAutoFit/>
          </a:bodyPr>
          <a:lstStyle/>
          <a:p>
            <a:r>
              <a:rPr lang="zh-CN" altLang="en-US" sz="1600" dirty="0"/>
              <a:t>功能：</a:t>
            </a:r>
            <a:r>
              <a:rPr lang="en-US" altLang="zh-CN" sz="1600" dirty="0"/>
              <a:t>4</a:t>
            </a:r>
            <a:r>
              <a:rPr lang="zh-CN" altLang="en-US" sz="1600" dirty="0"/>
              <a:t>位动态扫描显示，</a:t>
            </a:r>
            <a:r>
              <a:rPr lang="en-US" altLang="zh-CN" sz="1600" dirty="0"/>
              <a:t>1ms</a:t>
            </a:r>
            <a:r>
              <a:rPr lang="zh-CN" altLang="en-US" sz="1600" dirty="0"/>
              <a:t>刷新， </a:t>
            </a:r>
            <a:r>
              <a:rPr lang="en-US" altLang="zh-CN" sz="1600" dirty="0"/>
              <a:t>CPU</a:t>
            </a:r>
            <a:r>
              <a:rPr lang="zh-CN" altLang="en-US" sz="1600" dirty="0"/>
              <a:t>写数据寄存器，数码管显示数据</a:t>
            </a:r>
          </a:p>
        </p:txBody>
      </p:sp>
      <p:pic>
        <p:nvPicPr>
          <p:cNvPr id="8" name="图片 7">
            <a:extLst>
              <a:ext uri="{FF2B5EF4-FFF2-40B4-BE49-F238E27FC236}">
                <a16:creationId xmlns:a16="http://schemas.microsoft.com/office/drawing/2014/main" id="{C8992F31-6183-518F-F791-D5A861DDC061}"/>
              </a:ext>
            </a:extLst>
          </p:cNvPr>
          <p:cNvPicPr>
            <a:picLocks noChangeAspect="1"/>
          </p:cNvPicPr>
          <p:nvPr/>
        </p:nvPicPr>
        <p:blipFill>
          <a:blip r:embed="rId3"/>
          <a:stretch>
            <a:fillRect/>
          </a:stretch>
        </p:blipFill>
        <p:spPr>
          <a:xfrm>
            <a:off x="3216378" y="1670212"/>
            <a:ext cx="3175659" cy="2040912"/>
          </a:xfrm>
          <a:prstGeom prst="rect">
            <a:avLst/>
          </a:prstGeom>
        </p:spPr>
      </p:pic>
      <p:sp>
        <p:nvSpPr>
          <p:cNvPr id="9" name="文本框 8">
            <a:extLst>
              <a:ext uri="{FF2B5EF4-FFF2-40B4-BE49-F238E27FC236}">
                <a16:creationId xmlns:a16="http://schemas.microsoft.com/office/drawing/2014/main" id="{02F30AA5-1939-DA54-D9DC-6BB7ABFA7EDB}"/>
              </a:ext>
            </a:extLst>
          </p:cNvPr>
          <p:cNvSpPr txBox="1"/>
          <p:nvPr/>
        </p:nvSpPr>
        <p:spPr>
          <a:xfrm>
            <a:off x="708779" y="2548187"/>
            <a:ext cx="2785306" cy="338554"/>
          </a:xfrm>
          <a:prstGeom prst="rect">
            <a:avLst/>
          </a:prstGeom>
          <a:noFill/>
        </p:spPr>
        <p:txBody>
          <a:bodyPr wrap="square" rtlCol="0">
            <a:spAutoFit/>
          </a:bodyPr>
          <a:lstStyle/>
          <a:p>
            <a:r>
              <a:rPr lang="zh-CN" altLang="en-US" sz="1600" dirty="0"/>
              <a:t>状态机实现数据发送状态</a:t>
            </a:r>
          </a:p>
        </p:txBody>
      </p:sp>
      <p:pic>
        <p:nvPicPr>
          <p:cNvPr id="12" name="图片 11">
            <a:extLst>
              <a:ext uri="{FF2B5EF4-FFF2-40B4-BE49-F238E27FC236}">
                <a16:creationId xmlns:a16="http://schemas.microsoft.com/office/drawing/2014/main" id="{BC7F81F4-5129-5DD0-F1BB-805B5F127943}"/>
              </a:ext>
            </a:extLst>
          </p:cNvPr>
          <p:cNvPicPr>
            <a:picLocks noChangeAspect="1"/>
          </p:cNvPicPr>
          <p:nvPr/>
        </p:nvPicPr>
        <p:blipFill>
          <a:blip r:embed="rId4"/>
          <a:stretch>
            <a:fillRect/>
          </a:stretch>
        </p:blipFill>
        <p:spPr>
          <a:xfrm>
            <a:off x="6322265" y="1671570"/>
            <a:ext cx="3453645" cy="2039554"/>
          </a:xfrm>
          <a:prstGeom prst="rect">
            <a:avLst/>
          </a:prstGeom>
        </p:spPr>
      </p:pic>
      <p:pic>
        <p:nvPicPr>
          <p:cNvPr id="16" name="图片 15">
            <a:extLst>
              <a:ext uri="{FF2B5EF4-FFF2-40B4-BE49-F238E27FC236}">
                <a16:creationId xmlns:a16="http://schemas.microsoft.com/office/drawing/2014/main" id="{410C6596-C181-9628-F8C9-DD51DEA2A746}"/>
              </a:ext>
            </a:extLst>
          </p:cNvPr>
          <p:cNvPicPr>
            <a:picLocks noChangeAspect="1"/>
          </p:cNvPicPr>
          <p:nvPr/>
        </p:nvPicPr>
        <p:blipFill>
          <a:blip r:embed="rId5"/>
          <a:stretch>
            <a:fillRect/>
          </a:stretch>
        </p:blipFill>
        <p:spPr>
          <a:xfrm>
            <a:off x="2762565" y="4441048"/>
            <a:ext cx="3048000" cy="2303967"/>
          </a:xfrm>
          <a:prstGeom prst="rect">
            <a:avLst/>
          </a:prstGeom>
        </p:spPr>
      </p:pic>
      <p:sp>
        <p:nvSpPr>
          <p:cNvPr id="17" name="文本框 16">
            <a:extLst>
              <a:ext uri="{FF2B5EF4-FFF2-40B4-BE49-F238E27FC236}">
                <a16:creationId xmlns:a16="http://schemas.microsoft.com/office/drawing/2014/main" id="{3A2096B0-575D-E72A-0DF0-4EFE0855FBD9}"/>
              </a:ext>
            </a:extLst>
          </p:cNvPr>
          <p:cNvSpPr txBox="1"/>
          <p:nvPr/>
        </p:nvSpPr>
        <p:spPr>
          <a:xfrm>
            <a:off x="1106170" y="5167951"/>
            <a:ext cx="2785306" cy="338554"/>
          </a:xfrm>
          <a:prstGeom prst="rect">
            <a:avLst/>
          </a:prstGeom>
          <a:noFill/>
        </p:spPr>
        <p:txBody>
          <a:bodyPr wrap="square" rtlCol="0">
            <a:spAutoFit/>
          </a:bodyPr>
          <a:lstStyle/>
          <a:p>
            <a:r>
              <a:rPr lang="zh-CN" altLang="en-US" sz="1600" dirty="0"/>
              <a:t>计数器控制片选</a:t>
            </a:r>
          </a:p>
        </p:txBody>
      </p:sp>
      <p:pic>
        <p:nvPicPr>
          <p:cNvPr id="19" name="图片 18">
            <a:extLst>
              <a:ext uri="{FF2B5EF4-FFF2-40B4-BE49-F238E27FC236}">
                <a16:creationId xmlns:a16="http://schemas.microsoft.com/office/drawing/2014/main" id="{C5C4D6D2-5E3B-641D-D52C-285CCBD92A37}"/>
              </a:ext>
            </a:extLst>
          </p:cNvPr>
          <p:cNvPicPr>
            <a:picLocks noChangeAspect="1"/>
          </p:cNvPicPr>
          <p:nvPr/>
        </p:nvPicPr>
        <p:blipFill>
          <a:blip r:embed="rId6"/>
          <a:stretch>
            <a:fillRect/>
          </a:stretch>
        </p:blipFill>
        <p:spPr>
          <a:xfrm>
            <a:off x="7598024" y="3870120"/>
            <a:ext cx="2286385" cy="3035957"/>
          </a:xfrm>
          <a:prstGeom prst="rect">
            <a:avLst/>
          </a:prstGeom>
        </p:spPr>
      </p:pic>
      <p:sp>
        <p:nvSpPr>
          <p:cNvPr id="20" name="文本框 19">
            <a:extLst>
              <a:ext uri="{FF2B5EF4-FFF2-40B4-BE49-F238E27FC236}">
                <a16:creationId xmlns:a16="http://schemas.microsoft.com/office/drawing/2014/main" id="{3814A9E1-9F74-E5C5-B548-EA8D2D00683E}"/>
              </a:ext>
            </a:extLst>
          </p:cNvPr>
          <p:cNvSpPr txBox="1"/>
          <p:nvPr/>
        </p:nvSpPr>
        <p:spPr>
          <a:xfrm>
            <a:off x="6034503" y="5167951"/>
            <a:ext cx="2785306" cy="338554"/>
          </a:xfrm>
          <a:prstGeom prst="rect">
            <a:avLst/>
          </a:prstGeom>
          <a:noFill/>
        </p:spPr>
        <p:txBody>
          <a:bodyPr wrap="square" rtlCol="0">
            <a:spAutoFit/>
          </a:bodyPr>
          <a:lstStyle/>
          <a:p>
            <a:r>
              <a:rPr lang="zh-CN" altLang="en-US" sz="1600" dirty="0"/>
              <a:t>查表生成段码</a:t>
            </a:r>
          </a:p>
        </p:txBody>
      </p:sp>
      <p:cxnSp>
        <p:nvCxnSpPr>
          <p:cNvPr id="22" name="直接连接符 21">
            <a:extLst>
              <a:ext uri="{FF2B5EF4-FFF2-40B4-BE49-F238E27FC236}">
                <a16:creationId xmlns:a16="http://schemas.microsoft.com/office/drawing/2014/main" id="{9ECD9324-F14B-3CDA-8184-953ABBA2DA25}"/>
              </a:ext>
            </a:extLst>
          </p:cNvPr>
          <p:cNvCxnSpPr>
            <a:cxnSpLocks/>
          </p:cNvCxnSpPr>
          <p:nvPr/>
        </p:nvCxnSpPr>
        <p:spPr>
          <a:xfrm>
            <a:off x="2424853" y="3796852"/>
            <a:ext cx="977951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28E977BE-8B43-6F2F-D477-F07F717F39DB}"/>
              </a:ext>
            </a:extLst>
          </p:cNvPr>
          <p:cNvCxnSpPr>
            <a:cxnSpLocks/>
          </p:cNvCxnSpPr>
          <p:nvPr/>
        </p:nvCxnSpPr>
        <p:spPr>
          <a:xfrm>
            <a:off x="-203199" y="3783306"/>
            <a:ext cx="5283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9" name="直接连接符 28">
            <a:extLst>
              <a:ext uri="{FF2B5EF4-FFF2-40B4-BE49-F238E27FC236}">
                <a16:creationId xmlns:a16="http://schemas.microsoft.com/office/drawing/2014/main" id="{02996222-FF7B-0DD4-7315-19B051AB0FEE}"/>
              </a:ext>
            </a:extLst>
          </p:cNvPr>
          <p:cNvCxnSpPr>
            <a:cxnSpLocks/>
          </p:cNvCxnSpPr>
          <p:nvPr/>
        </p:nvCxnSpPr>
        <p:spPr>
          <a:xfrm>
            <a:off x="2441793" y="1104463"/>
            <a:ext cx="9779515"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30" name="直接连接符 29">
            <a:extLst>
              <a:ext uri="{FF2B5EF4-FFF2-40B4-BE49-F238E27FC236}">
                <a16:creationId xmlns:a16="http://schemas.microsoft.com/office/drawing/2014/main" id="{B13D8F32-4F98-8155-6C4C-B8F5413A4366}"/>
              </a:ext>
            </a:extLst>
          </p:cNvPr>
          <p:cNvCxnSpPr>
            <a:cxnSpLocks/>
          </p:cNvCxnSpPr>
          <p:nvPr/>
        </p:nvCxnSpPr>
        <p:spPr>
          <a:xfrm>
            <a:off x="-186259" y="1090917"/>
            <a:ext cx="528320" cy="0"/>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0712037"/>
      </p:ext>
    </p:extLst>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652E6-6648-D2C4-D913-EDF840A7C4DE}"/>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EB463509-E6AC-350C-8DF2-DAD533D1F9AD}"/>
              </a:ext>
            </a:extLst>
          </p:cNvPr>
          <p:cNvSpPr>
            <a:spLocks noGrp="1"/>
          </p:cNvSpPr>
          <p:nvPr>
            <p:ph type="title"/>
          </p:nvPr>
        </p:nvSpPr>
        <p:spPr/>
        <p:txBody>
          <a:bodyPr/>
          <a:lstStyle/>
          <a:p>
            <a:r>
              <a:rPr lang="en-US" altLang="zh-CN" dirty="0"/>
              <a:t>CPU </a:t>
            </a:r>
            <a:r>
              <a:rPr lang="zh-CN" altLang="en-US" dirty="0"/>
              <a:t>与 外设交互</a:t>
            </a:r>
          </a:p>
        </p:txBody>
      </p:sp>
      <p:sp>
        <p:nvSpPr>
          <p:cNvPr id="6" name="文本框 5">
            <a:extLst>
              <a:ext uri="{FF2B5EF4-FFF2-40B4-BE49-F238E27FC236}">
                <a16:creationId xmlns:a16="http://schemas.microsoft.com/office/drawing/2014/main" id="{8D385A8C-2EFA-9544-0A57-FAE00A0BE389}"/>
              </a:ext>
            </a:extLst>
          </p:cNvPr>
          <p:cNvSpPr txBox="1"/>
          <p:nvPr/>
        </p:nvSpPr>
        <p:spPr>
          <a:xfrm>
            <a:off x="643467" y="1356360"/>
            <a:ext cx="10898292" cy="2308324"/>
          </a:xfrm>
          <a:prstGeom prst="rect">
            <a:avLst/>
          </a:prstGeom>
          <a:noFill/>
        </p:spPr>
        <p:txBody>
          <a:bodyPr wrap="square" rtlCol="0">
            <a:spAutoFit/>
          </a:bodyPr>
          <a:lstStyle/>
          <a:p>
            <a:r>
              <a:rPr lang="zh-CN" altLang="en-US" dirty="0"/>
              <a:t>基于 </a:t>
            </a:r>
            <a:r>
              <a:rPr lang="en-US" altLang="zh-CN" dirty="0" err="1"/>
              <a:t>OpenMIPS</a:t>
            </a:r>
            <a:r>
              <a:rPr lang="en-US" altLang="zh-CN" dirty="0"/>
              <a:t> </a:t>
            </a:r>
            <a:r>
              <a:rPr lang="zh-CN" altLang="en-US" dirty="0"/>
              <a:t>流水线 </a:t>
            </a:r>
            <a:r>
              <a:rPr lang="en-US" altLang="zh-CN" dirty="0"/>
              <a:t>CPU</a:t>
            </a:r>
            <a:r>
              <a:rPr lang="zh-CN" altLang="en-US" dirty="0"/>
              <a:t>，通过内存映射的方式与外设（</a:t>
            </a:r>
            <a:r>
              <a:rPr lang="en-US" altLang="zh-CN" dirty="0"/>
              <a:t>UART </a:t>
            </a:r>
            <a:r>
              <a:rPr lang="zh-CN" altLang="en-US" dirty="0"/>
              <a:t>和数码管 </a:t>
            </a:r>
            <a:r>
              <a:rPr lang="en-US" altLang="zh-CN" dirty="0"/>
              <a:t>SEG</a:t>
            </a:r>
            <a:r>
              <a:rPr lang="zh-CN" altLang="en-US" dirty="0"/>
              <a:t>）进行交互。通过这种方式实现了外设和内存的统一编址，控制外设和读写内存对</a:t>
            </a:r>
            <a:r>
              <a:rPr lang="en-US" altLang="zh-CN" dirty="0"/>
              <a:t>CPU</a:t>
            </a:r>
            <a:r>
              <a:rPr lang="zh-CN" altLang="en-US" dirty="0"/>
              <a:t>没有区别。</a:t>
            </a:r>
            <a:endParaRPr lang="en-US" altLang="zh-CN" dirty="0"/>
          </a:p>
          <a:p>
            <a:endParaRPr lang="en-US" altLang="zh-CN" dirty="0"/>
          </a:p>
          <a:p>
            <a:r>
              <a:rPr lang="en-US" altLang="zh-CN" dirty="0"/>
              <a:t>CPU </a:t>
            </a:r>
            <a:r>
              <a:rPr lang="zh-CN" altLang="en-US" dirty="0"/>
              <a:t>通过 </a:t>
            </a:r>
            <a:r>
              <a:rPr lang="en-US" altLang="zh-CN" dirty="0" err="1"/>
              <a:t>ram_addr_o</a:t>
            </a:r>
            <a:r>
              <a:rPr lang="en-US" altLang="zh-CN" dirty="0"/>
              <a:t>[31:0] </a:t>
            </a:r>
            <a:r>
              <a:rPr lang="zh-CN" altLang="en-US" dirty="0"/>
              <a:t>发出内存访问请求，地址高 </a:t>
            </a:r>
            <a:r>
              <a:rPr lang="en-US" altLang="zh-CN" dirty="0"/>
              <a:t>8 </a:t>
            </a:r>
            <a:r>
              <a:rPr lang="zh-CN" altLang="en-US" dirty="0"/>
              <a:t>位 </a:t>
            </a:r>
            <a:r>
              <a:rPr lang="en-US" altLang="zh-CN" dirty="0"/>
              <a:t>(</a:t>
            </a:r>
            <a:r>
              <a:rPr lang="en-US" altLang="zh-CN" dirty="0" err="1"/>
              <a:t>ram_addr_o</a:t>
            </a:r>
            <a:r>
              <a:rPr lang="en-US" altLang="zh-CN" dirty="0"/>
              <a:t>[31:24]) </a:t>
            </a:r>
            <a:r>
              <a:rPr lang="zh-CN" altLang="en-US" dirty="0"/>
              <a:t>决定访问目标：</a:t>
            </a:r>
          </a:p>
          <a:p>
            <a:r>
              <a:rPr lang="en-US" altLang="zh-CN" b="1" dirty="0"/>
              <a:t>RAM</a:t>
            </a:r>
            <a:r>
              <a:rPr lang="zh-CN" altLang="en-US" dirty="0"/>
              <a:t>：</a:t>
            </a:r>
            <a:r>
              <a:rPr lang="en-US" altLang="zh-CN" dirty="0"/>
              <a:t>0x00XXXXXX</a:t>
            </a:r>
            <a:r>
              <a:rPr lang="zh-CN" altLang="en-US" dirty="0"/>
              <a:t>（数据存储器，</a:t>
            </a:r>
            <a:r>
              <a:rPr lang="en-US" altLang="zh-CN" dirty="0" err="1"/>
              <a:t>data_ram.v</a:t>
            </a:r>
            <a:r>
              <a:rPr lang="zh-CN" altLang="en-US" dirty="0"/>
              <a:t>）。</a:t>
            </a:r>
          </a:p>
          <a:p>
            <a:r>
              <a:rPr lang="en-US" altLang="zh-CN" b="1" dirty="0"/>
              <a:t>UART</a:t>
            </a:r>
            <a:r>
              <a:rPr lang="zh-CN" altLang="en-US" dirty="0"/>
              <a:t>：</a:t>
            </a:r>
            <a:r>
              <a:rPr lang="en-US" altLang="zh-CN" dirty="0"/>
              <a:t>0x10XXXXXX</a:t>
            </a:r>
            <a:r>
              <a:rPr lang="zh-CN" altLang="en-US" dirty="0"/>
              <a:t>（串口控制器，</a:t>
            </a:r>
            <a:r>
              <a:rPr lang="en-US" altLang="zh-CN" dirty="0" err="1"/>
              <a:t>uart.v</a:t>
            </a:r>
            <a:r>
              <a:rPr lang="zh-CN" altLang="en-US" dirty="0"/>
              <a:t>）。</a:t>
            </a:r>
          </a:p>
          <a:p>
            <a:r>
              <a:rPr lang="en-US" altLang="zh-CN" b="1" dirty="0"/>
              <a:t>SEG</a:t>
            </a:r>
            <a:r>
              <a:rPr lang="zh-CN" altLang="en-US" dirty="0"/>
              <a:t>：</a:t>
            </a:r>
            <a:r>
              <a:rPr lang="en-US" altLang="zh-CN" dirty="0"/>
              <a:t>0x20XXXXXX</a:t>
            </a:r>
            <a:r>
              <a:rPr lang="zh-CN" altLang="en-US" dirty="0"/>
              <a:t>（七段数码管控制器，</a:t>
            </a:r>
            <a:r>
              <a:rPr lang="en-US" altLang="zh-CN" dirty="0" err="1"/>
              <a:t>seg.v</a:t>
            </a:r>
            <a:r>
              <a:rPr lang="zh-CN" altLang="en-US" dirty="0"/>
              <a:t>）。</a:t>
            </a:r>
          </a:p>
          <a:p>
            <a:endParaRPr lang="zh-CN" altLang="en-US" dirty="0"/>
          </a:p>
        </p:txBody>
      </p:sp>
      <p:pic>
        <p:nvPicPr>
          <p:cNvPr id="3" name="图片 2">
            <a:extLst>
              <a:ext uri="{FF2B5EF4-FFF2-40B4-BE49-F238E27FC236}">
                <a16:creationId xmlns:a16="http://schemas.microsoft.com/office/drawing/2014/main" id="{B960D75F-CE35-D18D-8963-CEDD198328E4}"/>
              </a:ext>
            </a:extLst>
          </p:cNvPr>
          <p:cNvPicPr>
            <a:picLocks noChangeAspect="1"/>
          </p:cNvPicPr>
          <p:nvPr/>
        </p:nvPicPr>
        <p:blipFill>
          <a:blip r:embed="rId3"/>
          <a:stretch>
            <a:fillRect/>
          </a:stretch>
        </p:blipFill>
        <p:spPr>
          <a:xfrm>
            <a:off x="577850" y="3429000"/>
            <a:ext cx="6039160" cy="768389"/>
          </a:xfrm>
          <a:prstGeom prst="rect">
            <a:avLst/>
          </a:prstGeom>
        </p:spPr>
      </p:pic>
      <p:sp>
        <p:nvSpPr>
          <p:cNvPr id="5" name="矩形 4">
            <a:extLst>
              <a:ext uri="{FF2B5EF4-FFF2-40B4-BE49-F238E27FC236}">
                <a16:creationId xmlns:a16="http://schemas.microsoft.com/office/drawing/2014/main" id="{180CBEDE-8B21-AC86-1135-5CB269E60609}"/>
              </a:ext>
            </a:extLst>
          </p:cNvPr>
          <p:cNvSpPr/>
          <p:nvPr/>
        </p:nvSpPr>
        <p:spPr>
          <a:xfrm>
            <a:off x="8371839" y="2831253"/>
            <a:ext cx="2235200" cy="3176694"/>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 name="直接连接符 8">
            <a:extLst>
              <a:ext uri="{FF2B5EF4-FFF2-40B4-BE49-F238E27FC236}">
                <a16:creationId xmlns:a16="http://schemas.microsoft.com/office/drawing/2014/main" id="{CDDAD18A-E7AE-B404-4881-B2DBEE943DB7}"/>
              </a:ext>
            </a:extLst>
          </p:cNvPr>
          <p:cNvCxnSpPr>
            <a:cxnSpLocks/>
          </p:cNvCxnSpPr>
          <p:nvPr/>
        </p:nvCxnSpPr>
        <p:spPr>
          <a:xfrm>
            <a:off x="8371836" y="4231372"/>
            <a:ext cx="2235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CC9609C6-1535-B4D0-0CD6-55A1E5A0E323}"/>
              </a:ext>
            </a:extLst>
          </p:cNvPr>
          <p:cNvCxnSpPr>
            <a:cxnSpLocks/>
          </p:cNvCxnSpPr>
          <p:nvPr/>
        </p:nvCxnSpPr>
        <p:spPr>
          <a:xfrm>
            <a:off x="8371836" y="4860102"/>
            <a:ext cx="2235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CCE5FFA-D6B8-1357-E258-8561FA69B296}"/>
              </a:ext>
            </a:extLst>
          </p:cNvPr>
          <p:cNvCxnSpPr>
            <a:cxnSpLocks/>
          </p:cNvCxnSpPr>
          <p:nvPr/>
        </p:nvCxnSpPr>
        <p:spPr>
          <a:xfrm>
            <a:off x="8371836" y="3297391"/>
            <a:ext cx="2235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B72F610-0E61-8650-AA7A-11BE0B23D888}"/>
              </a:ext>
            </a:extLst>
          </p:cNvPr>
          <p:cNvCxnSpPr>
            <a:cxnSpLocks/>
          </p:cNvCxnSpPr>
          <p:nvPr/>
        </p:nvCxnSpPr>
        <p:spPr>
          <a:xfrm>
            <a:off x="8371836" y="3845678"/>
            <a:ext cx="223519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2B66F99-B912-EEDD-43C8-F689A855EE87}"/>
              </a:ext>
            </a:extLst>
          </p:cNvPr>
          <p:cNvCxnSpPr>
            <a:cxnSpLocks/>
          </p:cNvCxnSpPr>
          <p:nvPr/>
        </p:nvCxnSpPr>
        <p:spPr>
          <a:xfrm>
            <a:off x="8371836" y="5300252"/>
            <a:ext cx="2235199" cy="0"/>
          </a:xfrm>
          <a:prstGeom prst="line">
            <a:avLst/>
          </a:prstGeom>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BD28799D-DEC9-B7DE-51A1-4580A9C89847}"/>
              </a:ext>
            </a:extLst>
          </p:cNvPr>
          <p:cNvSpPr txBox="1"/>
          <p:nvPr/>
        </p:nvSpPr>
        <p:spPr>
          <a:xfrm>
            <a:off x="8541165" y="4358724"/>
            <a:ext cx="1896533" cy="369332"/>
          </a:xfrm>
          <a:prstGeom prst="rect">
            <a:avLst/>
          </a:prstGeom>
          <a:noFill/>
        </p:spPr>
        <p:txBody>
          <a:bodyPr wrap="square" rtlCol="0">
            <a:spAutoFit/>
          </a:bodyPr>
          <a:lstStyle/>
          <a:p>
            <a:pPr algn="ctr"/>
            <a:r>
              <a:rPr lang="zh-CN" altLang="en-US" dirty="0"/>
              <a:t>串口控制器</a:t>
            </a:r>
          </a:p>
        </p:txBody>
      </p:sp>
      <p:sp>
        <p:nvSpPr>
          <p:cNvPr id="17" name="文本框 16">
            <a:extLst>
              <a:ext uri="{FF2B5EF4-FFF2-40B4-BE49-F238E27FC236}">
                <a16:creationId xmlns:a16="http://schemas.microsoft.com/office/drawing/2014/main" id="{6FA7510F-922F-F11B-270B-DE3A149893FF}"/>
              </a:ext>
            </a:extLst>
          </p:cNvPr>
          <p:cNvSpPr txBox="1"/>
          <p:nvPr/>
        </p:nvSpPr>
        <p:spPr>
          <a:xfrm>
            <a:off x="8541166" y="3380245"/>
            <a:ext cx="1896533" cy="369332"/>
          </a:xfrm>
          <a:prstGeom prst="rect">
            <a:avLst/>
          </a:prstGeom>
          <a:noFill/>
        </p:spPr>
        <p:txBody>
          <a:bodyPr wrap="square" rtlCol="0">
            <a:spAutoFit/>
          </a:bodyPr>
          <a:lstStyle/>
          <a:p>
            <a:pPr algn="ctr"/>
            <a:r>
              <a:rPr lang="zh-CN" altLang="en-US" dirty="0"/>
              <a:t>数码管控制器</a:t>
            </a:r>
          </a:p>
        </p:txBody>
      </p:sp>
      <p:sp>
        <p:nvSpPr>
          <p:cNvPr id="18" name="文本框 17">
            <a:extLst>
              <a:ext uri="{FF2B5EF4-FFF2-40B4-BE49-F238E27FC236}">
                <a16:creationId xmlns:a16="http://schemas.microsoft.com/office/drawing/2014/main" id="{53333C9C-B6FF-4D5C-FA80-6DEC1783AE2B}"/>
              </a:ext>
            </a:extLst>
          </p:cNvPr>
          <p:cNvSpPr txBox="1"/>
          <p:nvPr/>
        </p:nvSpPr>
        <p:spPr>
          <a:xfrm>
            <a:off x="8541165" y="5492114"/>
            <a:ext cx="1896533" cy="369332"/>
          </a:xfrm>
          <a:prstGeom prst="rect">
            <a:avLst/>
          </a:prstGeom>
          <a:noFill/>
        </p:spPr>
        <p:txBody>
          <a:bodyPr wrap="square" rtlCol="0">
            <a:spAutoFit/>
          </a:bodyPr>
          <a:lstStyle/>
          <a:p>
            <a:pPr algn="ctr"/>
            <a:r>
              <a:rPr lang="zh-CN" altLang="en-US" dirty="0"/>
              <a:t>数据存储器</a:t>
            </a:r>
          </a:p>
        </p:txBody>
      </p:sp>
      <p:sp>
        <p:nvSpPr>
          <p:cNvPr id="19" name="文本框 18">
            <a:extLst>
              <a:ext uri="{FF2B5EF4-FFF2-40B4-BE49-F238E27FC236}">
                <a16:creationId xmlns:a16="http://schemas.microsoft.com/office/drawing/2014/main" id="{22C605A2-E09E-F93F-B7C8-72CB2FF15EC3}"/>
              </a:ext>
            </a:extLst>
          </p:cNvPr>
          <p:cNvSpPr txBox="1"/>
          <p:nvPr/>
        </p:nvSpPr>
        <p:spPr>
          <a:xfrm>
            <a:off x="7294879" y="5877141"/>
            <a:ext cx="1076957" cy="261610"/>
          </a:xfrm>
          <a:prstGeom prst="rect">
            <a:avLst/>
          </a:prstGeom>
          <a:noFill/>
        </p:spPr>
        <p:txBody>
          <a:bodyPr wrap="square" rtlCol="0">
            <a:spAutoFit/>
          </a:bodyPr>
          <a:lstStyle/>
          <a:p>
            <a:pPr algn="ctr"/>
            <a:r>
              <a:rPr lang="en-US" altLang="zh-CN" sz="1100" dirty="0"/>
              <a:t>0x0000_0000</a:t>
            </a:r>
            <a:endParaRPr lang="zh-CN" altLang="en-US" sz="1100" dirty="0"/>
          </a:p>
        </p:txBody>
      </p:sp>
      <p:sp>
        <p:nvSpPr>
          <p:cNvPr id="20" name="文本框 19">
            <a:extLst>
              <a:ext uri="{FF2B5EF4-FFF2-40B4-BE49-F238E27FC236}">
                <a16:creationId xmlns:a16="http://schemas.microsoft.com/office/drawing/2014/main" id="{2DAD3C6E-67AA-4F0D-A5D1-755E74A4C8E6}"/>
              </a:ext>
            </a:extLst>
          </p:cNvPr>
          <p:cNvSpPr txBox="1"/>
          <p:nvPr/>
        </p:nvSpPr>
        <p:spPr>
          <a:xfrm>
            <a:off x="7294863" y="5153721"/>
            <a:ext cx="1076957" cy="261610"/>
          </a:xfrm>
          <a:prstGeom prst="rect">
            <a:avLst/>
          </a:prstGeom>
          <a:noFill/>
        </p:spPr>
        <p:txBody>
          <a:bodyPr wrap="square" rtlCol="0">
            <a:spAutoFit/>
          </a:bodyPr>
          <a:lstStyle/>
          <a:p>
            <a:pPr algn="ctr"/>
            <a:r>
              <a:rPr lang="en-US" altLang="zh-CN" sz="1100" dirty="0"/>
              <a:t>0x00FF_FFFF</a:t>
            </a:r>
            <a:endParaRPr lang="zh-CN" altLang="en-US" sz="1100" dirty="0"/>
          </a:p>
        </p:txBody>
      </p:sp>
      <p:sp>
        <p:nvSpPr>
          <p:cNvPr id="21" name="文本框 20">
            <a:extLst>
              <a:ext uri="{FF2B5EF4-FFF2-40B4-BE49-F238E27FC236}">
                <a16:creationId xmlns:a16="http://schemas.microsoft.com/office/drawing/2014/main" id="{B6F9C53C-D979-1F7D-13CB-E6D4191A24A7}"/>
              </a:ext>
            </a:extLst>
          </p:cNvPr>
          <p:cNvSpPr txBox="1"/>
          <p:nvPr/>
        </p:nvSpPr>
        <p:spPr>
          <a:xfrm>
            <a:off x="7294862" y="4708806"/>
            <a:ext cx="1076957" cy="261610"/>
          </a:xfrm>
          <a:prstGeom prst="rect">
            <a:avLst/>
          </a:prstGeom>
          <a:noFill/>
        </p:spPr>
        <p:txBody>
          <a:bodyPr wrap="square" rtlCol="0">
            <a:spAutoFit/>
          </a:bodyPr>
          <a:lstStyle/>
          <a:p>
            <a:pPr algn="ctr"/>
            <a:r>
              <a:rPr lang="en-US" altLang="zh-CN" sz="1100" dirty="0"/>
              <a:t>0x1000_0000</a:t>
            </a:r>
            <a:endParaRPr lang="zh-CN" altLang="en-US" sz="1100" dirty="0"/>
          </a:p>
        </p:txBody>
      </p:sp>
      <p:sp>
        <p:nvSpPr>
          <p:cNvPr id="22" name="文本框 21">
            <a:extLst>
              <a:ext uri="{FF2B5EF4-FFF2-40B4-BE49-F238E27FC236}">
                <a16:creationId xmlns:a16="http://schemas.microsoft.com/office/drawing/2014/main" id="{C4229DBC-7F50-362E-BFE3-05649E183E19}"/>
              </a:ext>
            </a:extLst>
          </p:cNvPr>
          <p:cNvSpPr txBox="1"/>
          <p:nvPr/>
        </p:nvSpPr>
        <p:spPr>
          <a:xfrm>
            <a:off x="7294862" y="4160957"/>
            <a:ext cx="1076957" cy="261610"/>
          </a:xfrm>
          <a:prstGeom prst="rect">
            <a:avLst/>
          </a:prstGeom>
          <a:noFill/>
        </p:spPr>
        <p:txBody>
          <a:bodyPr wrap="square" rtlCol="0">
            <a:spAutoFit/>
          </a:bodyPr>
          <a:lstStyle/>
          <a:p>
            <a:pPr algn="ctr"/>
            <a:r>
              <a:rPr lang="en-US" altLang="zh-CN" sz="1100" dirty="0"/>
              <a:t>0x10FF_FFFF</a:t>
            </a:r>
            <a:endParaRPr lang="zh-CN" altLang="en-US" sz="1100" dirty="0"/>
          </a:p>
        </p:txBody>
      </p:sp>
      <p:sp>
        <p:nvSpPr>
          <p:cNvPr id="23" name="文本框 22">
            <a:extLst>
              <a:ext uri="{FF2B5EF4-FFF2-40B4-BE49-F238E27FC236}">
                <a16:creationId xmlns:a16="http://schemas.microsoft.com/office/drawing/2014/main" id="{D7A7254D-0755-CA75-F26A-2CA28C0DA8C9}"/>
              </a:ext>
            </a:extLst>
          </p:cNvPr>
          <p:cNvSpPr txBox="1"/>
          <p:nvPr/>
        </p:nvSpPr>
        <p:spPr>
          <a:xfrm>
            <a:off x="7294863" y="3732910"/>
            <a:ext cx="1076957" cy="261610"/>
          </a:xfrm>
          <a:prstGeom prst="rect">
            <a:avLst/>
          </a:prstGeom>
          <a:noFill/>
        </p:spPr>
        <p:txBody>
          <a:bodyPr wrap="square" rtlCol="0">
            <a:spAutoFit/>
          </a:bodyPr>
          <a:lstStyle/>
          <a:p>
            <a:pPr algn="ctr"/>
            <a:r>
              <a:rPr lang="en-US" altLang="zh-CN" sz="1100" dirty="0"/>
              <a:t>0x2000_0000</a:t>
            </a:r>
            <a:endParaRPr lang="zh-CN" altLang="en-US" sz="1100" dirty="0"/>
          </a:p>
        </p:txBody>
      </p:sp>
      <p:sp>
        <p:nvSpPr>
          <p:cNvPr id="24" name="文本框 23">
            <a:extLst>
              <a:ext uri="{FF2B5EF4-FFF2-40B4-BE49-F238E27FC236}">
                <a16:creationId xmlns:a16="http://schemas.microsoft.com/office/drawing/2014/main" id="{4337CA06-74B0-F59D-F458-E09CD8B96EA5}"/>
              </a:ext>
            </a:extLst>
          </p:cNvPr>
          <p:cNvSpPr txBox="1"/>
          <p:nvPr/>
        </p:nvSpPr>
        <p:spPr>
          <a:xfrm>
            <a:off x="7294863" y="3166586"/>
            <a:ext cx="1076957" cy="261610"/>
          </a:xfrm>
          <a:prstGeom prst="rect">
            <a:avLst/>
          </a:prstGeom>
          <a:noFill/>
        </p:spPr>
        <p:txBody>
          <a:bodyPr wrap="square" rtlCol="0">
            <a:spAutoFit/>
          </a:bodyPr>
          <a:lstStyle/>
          <a:p>
            <a:pPr algn="ctr"/>
            <a:r>
              <a:rPr lang="en-US" altLang="zh-CN" sz="1100" dirty="0"/>
              <a:t>0x20FF_FFFF</a:t>
            </a:r>
            <a:endParaRPr lang="zh-CN" altLang="en-US" sz="1100" dirty="0"/>
          </a:p>
        </p:txBody>
      </p:sp>
    </p:spTree>
    <p:extLst>
      <p:ext uri="{BB962C8B-B14F-4D97-AF65-F5344CB8AC3E}">
        <p14:creationId xmlns:p14="http://schemas.microsoft.com/office/powerpoint/2010/main" val="614550178"/>
      </p:ext>
    </p:extLst>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662994" y="4283909"/>
            <a:ext cx="4892610" cy="782043"/>
            <a:chOff x="5181690" y="2820871"/>
            <a:chExt cx="3446492" cy="550893"/>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4</a:t>
              </a:r>
              <a:endParaRPr kumimoji="0" lang="zh-CN" altLang="en-US"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5988603" y="2888229"/>
              <a:ext cx="2639579" cy="390252"/>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zh-CN" altLang="en-US" sz="3600" b="1" i="0" u="none" strike="noStrike" kern="1200" cap="none" spc="300" normalizeH="0" baseline="0" noProof="0" dirty="0">
                  <a:ln>
                    <a:noFill/>
                  </a:ln>
                  <a:solidFill>
                    <a:prstClr val="black"/>
                  </a:solidFill>
                  <a:effectLst/>
                  <a:uLnTx/>
                  <a:uFillTx/>
                  <a:latin typeface="微软雅黑"/>
                  <a:ea typeface="微软雅黑"/>
                  <a:cs typeface="+mn-cs"/>
                </a:rPr>
                <a:t>仿真与下板</a:t>
              </a:r>
              <a:endParaRPr kumimoji="0" lang="zh-CN" altLang="en-US" sz="36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3010292615"/>
      </p:ext>
    </p:extLst>
  </p:cSld>
  <p:clrMapOvr>
    <a:masterClrMapping/>
  </p:clrMapOvr>
  <p:transition spd="med">
    <p:pull/>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20A40-0A39-E00A-5811-0ECA1B3AB131}"/>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5CE62E0B-2CE9-3817-B286-EE38E37C42CA}"/>
              </a:ext>
            </a:extLst>
          </p:cNvPr>
          <p:cNvSpPr>
            <a:spLocks noGrp="1"/>
          </p:cNvSpPr>
          <p:nvPr>
            <p:ph type="title"/>
          </p:nvPr>
        </p:nvSpPr>
        <p:spPr/>
        <p:txBody>
          <a:bodyPr/>
          <a:lstStyle/>
          <a:p>
            <a:r>
              <a:rPr lang="zh-CN" altLang="en-US" dirty="0"/>
              <a:t>仿真</a:t>
            </a:r>
          </a:p>
        </p:txBody>
      </p:sp>
      <p:pic>
        <p:nvPicPr>
          <p:cNvPr id="2" name="图片 1">
            <a:extLst>
              <a:ext uri="{FF2B5EF4-FFF2-40B4-BE49-F238E27FC236}">
                <a16:creationId xmlns:a16="http://schemas.microsoft.com/office/drawing/2014/main" id="{F473A53F-D6C8-2FD1-4345-47E969C99A7C}"/>
              </a:ext>
            </a:extLst>
          </p:cNvPr>
          <p:cNvPicPr>
            <a:picLocks noChangeAspect="1"/>
          </p:cNvPicPr>
          <p:nvPr/>
        </p:nvPicPr>
        <p:blipFill>
          <a:blip r:embed="rId3"/>
          <a:stretch>
            <a:fillRect/>
          </a:stretch>
        </p:blipFill>
        <p:spPr>
          <a:xfrm>
            <a:off x="315434" y="908989"/>
            <a:ext cx="5556925" cy="5417304"/>
          </a:xfrm>
          <a:prstGeom prst="rect">
            <a:avLst/>
          </a:prstGeom>
        </p:spPr>
      </p:pic>
      <p:pic>
        <p:nvPicPr>
          <p:cNvPr id="8" name="图片 7">
            <a:extLst>
              <a:ext uri="{FF2B5EF4-FFF2-40B4-BE49-F238E27FC236}">
                <a16:creationId xmlns:a16="http://schemas.microsoft.com/office/drawing/2014/main" id="{8E0393A7-7E52-8B66-ADAF-78EFBAC9BA45}"/>
              </a:ext>
            </a:extLst>
          </p:cNvPr>
          <p:cNvPicPr>
            <a:picLocks noChangeAspect="1"/>
          </p:cNvPicPr>
          <p:nvPr/>
        </p:nvPicPr>
        <p:blipFill>
          <a:blip r:embed="rId4"/>
          <a:stretch>
            <a:fillRect/>
          </a:stretch>
        </p:blipFill>
        <p:spPr>
          <a:xfrm>
            <a:off x="6096000" y="908989"/>
            <a:ext cx="5400445" cy="5417304"/>
          </a:xfrm>
          <a:prstGeom prst="rect">
            <a:avLst/>
          </a:prstGeom>
        </p:spPr>
      </p:pic>
    </p:spTree>
    <p:extLst>
      <p:ext uri="{BB962C8B-B14F-4D97-AF65-F5344CB8AC3E}">
        <p14:creationId xmlns:p14="http://schemas.microsoft.com/office/powerpoint/2010/main" val="1815832605"/>
      </p:ext>
    </p:extLst>
  </p:cSld>
  <p:clrMapOvr>
    <a:masterClrMapping/>
  </p:clrMapOvr>
  <p:transition spd="med">
    <p:pull/>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EE61C2-F292-8E20-1AB0-4231624B0D11}"/>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D3F51C87-45E0-1B82-370A-BEF98F9DA6C4}"/>
              </a:ext>
            </a:extLst>
          </p:cNvPr>
          <p:cNvPicPr>
            <a:picLocks noChangeAspect="1"/>
          </p:cNvPicPr>
          <p:nvPr/>
        </p:nvPicPr>
        <p:blipFill>
          <a:blip r:embed="rId3"/>
          <a:stretch>
            <a:fillRect/>
          </a:stretch>
        </p:blipFill>
        <p:spPr>
          <a:xfrm>
            <a:off x="1520204" y="874122"/>
            <a:ext cx="7614041" cy="495325"/>
          </a:xfrm>
          <a:prstGeom prst="rect">
            <a:avLst/>
          </a:prstGeom>
        </p:spPr>
      </p:pic>
      <p:pic>
        <p:nvPicPr>
          <p:cNvPr id="3" name="图片 2">
            <a:extLst>
              <a:ext uri="{FF2B5EF4-FFF2-40B4-BE49-F238E27FC236}">
                <a16:creationId xmlns:a16="http://schemas.microsoft.com/office/drawing/2014/main" id="{94DAB393-9F61-5054-C2A4-BD8A0CA465A1}"/>
              </a:ext>
            </a:extLst>
          </p:cNvPr>
          <p:cNvPicPr>
            <a:picLocks noChangeAspect="1"/>
          </p:cNvPicPr>
          <p:nvPr/>
        </p:nvPicPr>
        <p:blipFill>
          <a:blip r:embed="rId4"/>
          <a:stretch>
            <a:fillRect/>
          </a:stretch>
        </p:blipFill>
        <p:spPr>
          <a:xfrm>
            <a:off x="812797" y="1514371"/>
            <a:ext cx="9922935" cy="4828324"/>
          </a:xfrm>
          <a:prstGeom prst="rect">
            <a:avLst/>
          </a:prstGeom>
        </p:spPr>
      </p:pic>
      <p:sp>
        <p:nvSpPr>
          <p:cNvPr id="10" name="标题 9">
            <a:extLst>
              <a:ext uri="{FF2B5EF4-FFF2-40B4-BE49-F238E27FC236}">
                <a16:creationId xmlns:a16="http://schemas.microsoft.com/office/drawing/2014/main" id="{3DE50491-ADCA-7323-86E5-B79C659A5D1B}"/>
              </a:ext>
            </a:extLst>
          </p:cNvPr>
          <p:cNvSpPr>
            <a:spLocks noGrp="1"/>
          </p:cNvSpPr>
          <p:nvPr>
            <p:ph type="title"/>
          </p:nvPr>
        </p:nvSpPr>
        <p:spPr/>
        <p:txBody>
          <a:bodyPr/>
          <a:lstStyle/>
          <a:p>
            <a:r>
              <a:rPr lang="zh-CN" altLang="en-US" dirty="0"/>
              <a:t>仿真</a:t>
            </a:r>
          </a:p>
        </p:txBody>
      </p:sp>
      <p:cxnSp>
        <p:nvCxnSpPr>
          <p:cNvPr id="9" name="直接箭头连接符 8">
            <a:extLst>
              <a:ext uri="{FF2B5EF4-FFF2-40B4-BE49-F238E27FC236}">
                <a16:creationId xmlns:a16="http://schemas.microsoft.com/office/drawing/2014/main" id="{8299C073-43C1-DC5F-C2F9-BA64BD361F98}"/>
              </a:ext>
            </a:extLst>
          </p:cNvPr>
          <p:cNvCxnSpPr/>
          <p:nvPr/>
        </p:nvCxnSpPr>
        <p:spPr>
          <a:xfrm>
            <a:off x="1191697" y="1196291"/>
            <a:ext cx="65701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BF6B2424-E4DA-FEB9-5D6E-E72A74B129D2}"/>
              </a:ext>
            </a:extLst>
          </p:cNvPr>
          <p:cNvCxnSpPr>
            <a:cxnSpLocks/>
          </p:cNvCxnSpPr>
          <p:nvPr/>
        </p:nvCxnSpPr>
        <p:spPr>
          <a:xfrm flipV="1">
            <a:off x="6593838" y="4365414"/>
            <a:ext cx="0" cy="87037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接连接符 5">
            <a:extLst>
              <a:ext uri="{FF2B5EF4-FFF2-40B4-BE49-F238E27FC236}">
                <a16:creationId xmlns:a16="http://schemas.microsoft.com/office/drawing/2014/main" id="{BF3E6A6D-FA74-36A9-0C2F-C0E6B266F4C6}"/>
              </a:ext>
            </a:extLst>
          </p:cNvPr>
          <p:cNvCxnSpPr>
            <a:cxnSpLocks/>
          </p:cNvCxnSpPr>
          <p:nvPr/>
        </p:nvCxnSpPr>
        <p:spPr>
          <a:xfrm>
            <a:off x="5828448" y="1666238"/>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3E8F2CD3-85C6-F334-BB67-B5313901F15D}"/>
              </a:ext>
            </a:extLst>
          </p:cNvPr>
          <p:cNvCxnSpPr>
            <a:cxnSpLocks/>
          </p:cNvCxnSpPr>
          <p:nvPr/>
        </p:nvCxnSpPr>
        <p:spPr>
          <a:xfrm>
            <a:off x="6339836" y="1662855"/>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3577E8B-7BC7-932B-E212-B84BD36BE478}"/>
              </a:ext>
            </a:extLst>
          </p:cNvPr>
          <p:cNvCxnSpPr>
            <a:cxnSpLocks/>
          </p:cNvCxnSpPr>
          <p:nvPr/>
        </p:nvCxnSpPr>
        <p:spPr>
          <a:xfrm>
            <a:off x="6827512" y="1717040"/>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0D8D4055-E68A-8B5B-6ADD-9D663B9E31D8}"/>
              </a:ext>
            </a:extLst>
          </p:cNvPr>
          <p:cNvSpPr txBox="1"/>
          <p:nvPr/>
        </p:nvSpPr>
        <p:spPr>
          <a:xfrm>
            <a:off x="5858931" y="5242211"/>
            <a:ext cx="1612054" cy="461665"/>
          </a:xfrm>
          <a:prstGeom prst="rect">
            <a:avLst/>
          </a:prstGeom>
          <a:noFill/>
        </p:spPr>
        <p:txBody>
          <a:bodyPr wrap="square" rtlCol="0">
            <a:spAutoFit/>
          </a:bodyPr>
          <a:lstStyle/>
          <a:p>
            <a:pPr algn="ctr"/>
            <a:r>
              <a:rPr lang="en-US" altLang="zh-CN" sz="1200" dirty="0">
                <a:solidFill>
                  <a:schemeClr val="bg1"/>
                </a:solidFill>
              </a:rPr>
              <a:t>0x3319ffff</a:t>
            </a:r>
            <a:r>
              <a:rPr lang="zh-CN" altLang="en-US" sz="1200" dirty="0">
                <a:solidFill>
                  <a:schemeClr val="bg1"/>
                </a:solidFill>
              </a:rPr>
              <a:t>执行阶段</a:t>
            </a:r>
            <a:endParaRPr lang="en-US" altLang="zh-CN" sz="1200" dirty="0">
              <a:solidFill>
                <a:schemeClr val="bg1"/>
              </a:solidFill>
            </a:endParaRPr>
          </a:p>
          <a:p>
            <a:pPr algn="ctr"/>
            <a:r>
              <a:rPr lang="en-US" altLang="zh-CN" sz="1200" dirty="0">
                <a:solidFill>
                  <a:schemeClr val="bg1"/>
                </a:solidFill>
              </a:rPr>
              <a:t>Andi </a:t>
            </a:r>
            <a:r>
              <a:rPr lang="zh-CN" altLang="en-US" sz="1200" dirty="0">
                <a:solidFill>
                  <a:schemeClr val="bg1"/>
                </a:solidFill>
              </a:rPr>
              <a:t>指令</a:t>
            </a:r>
          </a:p>
        </p:txBody>
      </p:sp>
    </p:spTree>
    <p:extLst>
      <p:ext uri="{BB962C8B-B14F-4D97-AF65-F5344CB8AC3E}">
        <p14:creationId xmlns:p14="http://schemas.microsoft.com/office/powerpoint/2010/main" val="2841832778"/>
      </p:ext>
    </p:extLst>
  </p:cSld>
  <p:clrMapOvr>
    <a:masterClrMapping/>
  </p:clrMapOvr>
  <p:transition spd="med">
    <p:pull/>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6EC53-556F-C5D5-67BB-731119AD48BC}"/>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45490956-A093-D620-2BAA-27D6CA40F279}"/>
              </a:ext>
            </a:extLst>
          </p:cNvPr>
          <p:cNvSpPr>
            <a:spLocks noGrp="1"/>
          </p:cNvSpPr>
          <p:nvPr>
            <p:ph type="title"/>
          </p:nvPr>
        </p:nvSpPr>
        <p:spPr/>
        <p:txBody>
          <a:bodyPr/>
          <a:lstStyle/>
          <a:p>
            <a:r>
              <a:rPr lang="zh-CN" altLang="en-US" dirty="0"/>
              <a:t>仿真</a:t>
            </a:r>
          </a:p>
        </p:txBody>
      </p:sp>
      <p:pic>
        <p:nvPicPr>
          <p:cNvPr id="8" name="图片 7">
            <a:extLst>
              <a:ext uri="{FF2B5EF4-FFF2-40B4-BE49-F238E27FC236}">
                <a16:creationId xmlns:a16="http://schemas.microsoft.com/office/drawing/2014/main" id="{90BC629F-1C77-138E-0BBF-3AC738784EFC}"/>
              </a:ext>
            </a:extLst>
          </p:cNvPr>
          <p:cNvPicPr>
            <a:picLocks noChangeAspect="1"/>
          </p:cNvPicPr>
          <p:nvPr/>
        </p:nvPicPr>
        <p:blipFill>
          <a:blip r:embed="rId3"/>
          <a:stretch>
            <a:fillRect/>
          </a:stretch>
        </p:blipFill>
        <p:spPr>
          <a:xfrm>
            <a:off x="1671160" y="922005"/>
            <a:ext cx="7550538" cy="584230"/>
          </a:xfrm>
          <a:prstGeom prst="rect">
            <a:avLst/>
          </a:prstGeom>
        </p:spPr>
      </p:pic>
      <p:cxnSp>
        <p:nvCxnSpPr>
          <p:cNvPr id="9" name="直接箭头连接符 8">
            <a:extLst>
              <a:ext uri="{FF2B5EF4-FFF2-40B4-BE49-F238E27FC236}">
                <a16:creationId xmlns:a16="http://schemas.microsoft.com/office/drawing/2014/main" id="{BD596AEA-5B04-1950-5CF4-070325FC283E}"/>
              </a:ext>
            </a:extLst>
          </p:cNvPr>
          <p:cNvCxnSpPr/>
          <p:nvPr/>
        </p:nvCxnSpPr>
        <p:spPr>
          <a:xfrm>
            <a:off x="1259838" y="1090507"/>
            <a:ext cx="65701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图片 13">
            <a:extLst>
              <a:ext uri="{FF2B5EF4-FFF2-40B4-BE49-F238E27FC236}">
                <a16:creationId xmlns:a16="http://schemas.microsoft.com/office/drawing/2014/main" id="{2502CB9C-53CD-2AD8-A4C4-B2E085497AB8}"/>
              </a:ext>
            </a:extLst>
          </p:cNvPr>
          <p:cNvPicPr>
            <a:picLocks noChangeAspect="1"/>
          </p:cNvPicPr>
          <p:nvPr/>
        </p:nvPicPr>
        <p:blipFill>
          <a:blip r:embed="rId4"/>
          <a:stretch>
            <a:fillRect/>
          </a:stretch>
        </p:blipFill>
        <p:spPr>
          <a:xfrm>
            <a:off x="740409" y="1600693"/>
            <a:ext cx="10462683" cy="4831605"/>
          </a:xfrm>
          <a:prstGeom prst="rect">
            <a:avLst/>
          </a:prstGeom>
        </p:spPr>
      </p:pic>
      <p:cxnSp>
        <p:nvCxnSpPr>
          <p:cNvPr id="15" name="直接箭头连接符 14">
            <a:extLst>
              <a:ext uri="{FF2B5EF4-FFF2-40B4-BE49-F238E27FC236}">
                <a16:creationId xmlns:a16="http://schemas.microsoft.com/office/drawing/2014/main" id="{04BB8918-EF88-671C-E6D8-00DBCF95EFA2}"/>
              </a:ext>
            </a:extLst>
          </p:cNvPr>
          <p:cNvCxnSpPr>
            <a:cxnSpLocks/>
          </p:cNvCxnSpPr>
          <p:nvPr/>
        </p:nvCxnSpPr>
        <p:spPr>
          <a:xfrm flipV="1">
            <a:off x="5327225" y="3058160"/>
            <a:ext cx="0" cy="87037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 name="直接连接符 1">
            <a:extLst>
              <a:ext uri="{FF2B5EF4-FFF2-40B4-BE49-F238E27FC236}">
                <a16:creationId xmlns:a16="http://schemas.microsoft.com/office/drawing/2014/main" id="{32735AE7-04F2-6C0E-A649-E17E694B9CBF}"/>
              </a:ext>
            </a:extLst>
          </p:cNvPr>
          <p:cNvCxnSpPr>
            <a:cxnSpLocks/>
          </p:cNvCxnSpPr>
          <p:nvPr/>
        </p:nvCxnSpPr>
        <p:spPr>
          <a:xfrm>
            <a:off x="4555061" y="1937171"/>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0BBFB8C2-44D9-0D4E-130C-C0325463A305}"/>
              </a:ext>
            </a:extLst>
          </p:cNvPr>
          <p:cNvCxnSpPr>
            <a:cxnSpLocks/>
          </p:cNvCxnSpPr>
          <p:nvPr/>
        </p:nvCxnSpPr>
        <p:spPr>
          <a:xfrm>
            <a:off x="5063061" y="1937171"/>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 name="直接连接符 3">
            <a:extLst>
              <a:ext uri="{FF2B5EF4-FFF2-40B4-BE49-F238E27FC236}">
                <a16:creationId xmlns:a16="http://schemas.microsoft.com/office/drawing/2014/main" id="{8098E0FA-770A-815A-7923-96776F4F9DF2}"/>
              </a:ext>
            </a:extLst>
          </p:cNvPr>
          <p:cNvCxnSpPr>
            <a:cxnSpLocks/>
          </p:cNvCxnSpPr>
          <p:nvPr/>
        </p:nvCxnSpPr>
        <p:spPr>
          <a:xfrm>
            <a:off x="5557515" y="1937171"/>
            <a:ext cx="0" cy="264837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94A02908-CAD9-9E80-2CAE-9D87FBCC8552}"/>
              </a:ext>
            </a:extLst>
          </p:cNvPr>
          <p:cNvSpPr txBox="1"/>
          <p:nvPr/>
        </p:nvSpPr>
        <p:spPr>
          <a:xfrm>
            <a:off x="4504265" y="4634065"/>
            <a:ext cx="1774615" cy="461665"/>
          </a:xfrm>
          <a:prstGeom prst="rect">
            <a:avLst/>
          </a:prstGeom>
          <a:noFill/>
        </p:spPr>
        <p:txBody>
          <a:bodyPr wrap="square" rtlCol="0">
            <a:spAutoFit/>
          </a:bodyPr>
          <a:lstStyle/>
          <a:p>
            <a:pPr algn="ctr"/>
            <a:r>
              <a:rPr lang="en-US" altLang="zh-CN" sz="1200" dirty="0">
                <a:solidFill>
                  <a:schemeClr val="bg1"/>
                </a:solidFill>
              </a:rPr>
              <a:t>0x11640001</a:t>
            </a:r>
            <a:r>
              <a:rPr lang="zh-CN" altLang="en-US" sz="1200" dirty="0">
                <a:solidFill>
                  <a:schemeClr val="bg1"/>
                </a:solidFill>
              </a:rPr>
              <a:t>译码阶段</a:t>
            </a:r>
            <a:endParaRPr lang="en-US" altLang="zh-CN" sz="1200" dirty="0">
              <a:solidFill>
                <a:schemeClr val="bg1"/>
              </a:solidFill>
            </a:endParaRPr>
          </a:p>
          <a:p>
            <a:pPr algn="ctr"/>
            <a:r>
              <a:rPr lang="en-US" altLang="zh-CN" sz="1200" dirty="0" err="1">
                <a:solidFill>
                  <a:schemeClr val="bg1"/>
                </a:solidFill>
              </a:rPr>
              <a:t>Beq</a:t>
            </a:r>
            <a:r>
              <a:rPr lang="en-US" altLang="zh-CN" sz="1200" dirty="0">
                <a:solidFill>
                  <a:schemeClr val="bg1"/>
                </a:solidFill>
              </a:rPr>
              <a:t> </a:t>
            </a:r>
            <a:r>
              <a:rPr lang="zh-CN" altLang="en-US" sz="1200" dirty="0">
                <a:solidFill>
                  <a:schemeClr val="bg1"/>
                </a:solidFill>
              </a:rPr>
              <a:t>指令</a:t>
            </a:r>
          </a:p>
        </p:txBody>
      </p:sp>
    </p:spTree>
    <p:extLst>
      <p:ext uri="{BB962C8B-B14F-4D97-AF65-F5344CB8AC3E}">
        <p14:creationId xmlns:p14="http://schemas.microsoft.com/office/powerpoint/2010/main" val="2317090804"/>
      </p:ext>
    </p:extLst>
  </p:cSld>
  <p:clrMapOvr>
    <a:masterClrMapping/>
  </p:clrMapOvr>
  <p:transition spd="med">
    <p:pull/>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DA779-EBB3-37EC-3627-E2EE5FBB4058}"/>
            </a:ext>
          </a:extLst>
        </p:cNvPr>
        <p:cNvGrpSpPr/>
        <p:nvPr/>
      </p:nvGrpSpPr>
      <p:grpSpPr>
        <a:xfrm>
          <a:off x="0" y="0"/>
          <a:ext cx="0" cy="0"/>
          <a:chOff x="0" y="0"/>
          <a:chExt cx="0" cy="0"/>
        </a:xfrm>
      </p:grpSpPr>
      <p:pic>
        <p:nvPicPr>
          <p:cNvPr id="17" name="图片 16">
            <a:extLst>
              <a:ext uri="{FF2B5EF4-FFF2-40B4-BE49-F238E27FC236}">
                <a16:creationId xmlns:a16="http://schemas.microsoft.com/office/drawing/2014/main" id="{EEEA994B-7D13-188C-B2AE-8AA2F980EF7F}"/>
              </a:ext>
            </a:extLst>
          </p:cNvPr>
          <p:cNvPicPr>
            <a:picLocks noChangeAspect="1"/>
          </p:cNvPicPr>
          <p:nvPr/>
        </p:nvPicPr>
        <p:blipFill>
          <a:blip r:embed="rId3"/>
          <a:stretch>
            <a:fillRect/>
          </a:stretch>
        </p:blipFill>
        <p:spPr>
          <a:xfrm>
            <a:off x="816185" y="1894864"/>
            <a:ext cx="9892455" cy="4770593"/>
          </a:xfrm>
          <a:prstGeom prst="rect">
            <a:avLst/>
          </a:prstGeom>
        </p:spPr>
      </p:pic>
      <p:sp>
        <p:nvSpPr>
          <p:cNvPr id="10" name="标题 9">
            <a:extLst>
              <a:ext uri="{FF2B5EF4-FFF2-40B4-BE49-F238E27FC236}">
                <a16:creationId xmlns:a16="http://schemas.microsoft.com/office/drawing/2014/main" id="{944057B7-37C7-FEE5-09FF-4D2F486F2CF9}"/>
              </a:ext>
            </a:extLst>
          </p:cNvPr>
          <p:cNvSpPr>
            <a:spLocks noGrp="1"/>
          </p:cNvSpPr>
          <p:nvPr>
            <p:ph type="title"/>
          </p:nvPr>
        </p:nvSpPr>
        <p:spPr/>
        <p:txBody>
          <a:bodyPr/>
          <a:lstStyle/>
          <a:p>
            <a:r>
              <a:rPr lang="zh-CN" altLang="en-US" dirty="0"/>
              <a:t>仿真</a:t>
            </a:r>
          </a:p>
        </p:txBody>
      </p:sp>
      <p:pic>
        <p:nvPicPr>
          <p:cNvPr id="8" name="图片 7">
            <a:extLst>
              <a:ext uri="{FF2B5EF4-FFF2-40B4-BE49-F238E27FC236}">
                <a16:creationId xmlns:a16="http://schemas.microsoft.com/office/drawing/2014/main" id="{FC3F5621-057F-059D-A521-598192E07FB6}"/>
              </a:ext>
            </a:extLst>
          </p:cNvPr>
          <p:cNvPicPr>
            <a:picLocks noChangeAspect="1"/>
          </p:cNvPicPr>
          <p:nvPr/>
        </p:nvPicPr>
        <p:blipFill>
          <a:blip r:embed="rId4"/>
          <a:stretch>
            <a:fillRect/>
          </a:stretch>
        </p:blipFill>
        <p:spPr>
          <a:xfrm>
            <a:off x="738292" y="929614"/>
            <a:ext cx="9627095" cy="965250"/>
          </a:xfrm>
          <a:prstGeom prst="rect">
            <a:avLst/>
          </a:prstGeom>
        </p:spPr>
      </p:pic>
      <p:cxnSp>
        <p:nvCxnSpPr>
          <p:cNvPr id="11" name="直接箭头连接符 10">
            <a:extLst>
              <a:ext uri="{FF2B5EF4-FFF2-40B4-BE49-F238E27FC236}">
                <a16:creationId xmlns:a16="http://schemas.microsoft.com/office/drawing/2014/main" id="{CB241F80-3C61-FEBD-BCF3-0DD4A3098F67}"/>
              </a:ext>
            </a:extLst>
          </p:cNvPr>
          <p:cNvCxnSpPr/>
          <p:nvPr/>
        </p:nvCxnSpPr>
        <p:spPr>
          <a:xfrm>
            <a:off x="487678" y="1334347"/>
            <a:ext cx="657014"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直接箭头连接符 11">
            <a:extLst>
              <a:ext uri="{FF2B5EF4-FFF2-40B4-BE49-F238E27FC236}">
                <a16:creationId xmlns:a16="http://schemas.microsoft.com/office/drawing/2014/main" id="{4938B5B1-FBB4-15FA-D340-A8354B285CA1}"/>
              </a:ext>
            </a:extLst>
          </p:cNvPr>
          <p:cNvCxnSpPr>
            <a:cxnSpLocks/>
          </p:cNvCxnSpPr>
          <p:nvPr/>
        </p:nvCxnSpPr>
        <p:spPr>
          <a:xfrm flipV="1">
            <a:off x="5659119" y="3640665"/>
            <a:ext cx="0" cy="829733"/>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307DA40-1242-C73B-F006-02972D648D8A}"/>
              </a:ext>
            </a:extLst>
          </p:cNvPr>
          <p:cNvCxnSpPr>
            <a:cxnSpLocks/>
          </p:cNvCxnSpPr>
          <p:nvPr/>
        </p:nvCxnSpPr>
        <p:spPr>
          <a:xfrm flipV="1">
            <a:off x="6096000" y="3640665"/>
            <a:ext cx="0" cy="829733"/>
          </a:xfrm>
          <a:prstGeom prst="straightConnector1">
            <a:avLst/>
          </a:prstGeom>
          <a:ln w="762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7949606"/>
      </p:ext>
    </p:extLst>
  </p:cSld>
  <p:clrMapOvr>
    <a:masterClrMapping/>
  </p:clrMapOvr>
  <p:transition spd="med">
    <p:pull/>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02153-AC35-A162-4E83-3FB381D4AE93}"/>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648B8973-9336-DC75-6F46-5B834CDB0F5F}"/>
              </a:ext>
            </a:extLst>
          </p:cNvPr>
          <p:cNvSpPr>
            <a:spLocks noGrp="1"/>
          </p:cNvSpPr>
          <p:nvPr>
            <p:ph type="title"/>
          </p:nvPr>
        </p:nvSpPr>
        <p:spPr/>
        <p:txBody>
          <a:bodyPr/>
          <a:lstStyle/>
          <a:p>
            <a:r>
              <a:rPr lang="zh-CN" altLang="en-US" dirty="0"/>
              <a:t>下板测试外设</a:t>
            </a:r>
          </a:p>
        </p:txBody>
      </p:sp>
      <p:pic>
        <p:nvPicPr>
          <p:cNvPr id="3" name="图片 2">
            <a:extLst>
              <a:ext uri="{FF2B5EF4-FFF2-40B4-BE49-F238E27FC236}">
                <a16:creationId xmlns:a16="http://schemas.microsoft.com/office/drawing/2014/main" id="{26C63A88-0F8A-8FDB-5532-C794B24C44AA}"/>
              </a:ext>
            </a:extLst>
          </p:cNvPr>
          <p:cNvPicPr>
            <a:picLocks noChangeAspect="1"/>
          </p:cNvPicPr>
          <p:nvPr/>
        </p:nvPicPr>
        <p:blipFill>
          <a:blip r:embed="rId3">
            <a:extLst>
              <a:ext uri="{28A0092B-C50C-407E-A947-70E740481C1C}">
                <a14:useLocalDpi xmlns:a14="http://schemas.microsoft.com/office/drawing/2010/main" val="0"/>
              </a:ext>
            </a:extLst>
          </a:blip>
          <a:srcRect t="28642"/>
          <a:stretch>
            <a:fillRect/>
          </a:stretch>
        </p:blipFill>
        <p:spPr>
          <a:xfrm>
            <a:off x="432549" y="1070186"/>
            <a:ext cx="3857625" cy="4893733"/>
          </a:xfrm>
          <a:prstGeom prst="rect">
            <a:avLst/>
          </a:prstGeom>
        </p:spPr>
      </p:pic>
      <p:sp>
        <p:nvSpPr>
          <p:cNvPr id="12" name="文本框 11">
            <a:extLst>
              <a:ext uri="{FF2B5EF4-FFF2-40B4-BE49-F238E27FC236}">
                <a16:creationId xmlns:a16="http://schemas.microsoft.com/office/drawing/2014/main" id="{30FCF22C-E939-FD13-A3EF-272F3F963B27}"/>
              </a:ext>
            </a:extLst>
          </p:cNvPr>
          <p:cNvSpPr txBox="1"/>
          <p:nvPr/>
        </p:nvSpPr>
        <p:spPr>
          <a:xfrm>
            <a:off x="4511832" y="1009227"/>
            <a:ext cx="5669280" cy="646331"/>
          </a:xfrm>
          <a:prstGeom prst="rect">
            <a:avLst/>
          </a:prstGeom>
          <a:noFill/>
        </p:spPr>
        <p:txBody>
          <a:bodyPr wrap="square" rtlCol="0">
            <a:spAutoFit/>
          </a:bodyPr>
          <a:lstStyle/>
          <a:p>
            <a:r>
              <a:rPr lang="zh-CN" altLang="en-US" dirty="0"/>
              <a:t>每隔一段时间向串口发送递增数据以及对数码管的值增加</a:t>
            </a:r>
            <a:r>
              <a:rPr lang="en-US" altLang="zh-CN" dirty="0"/>
              <a:t>3</a:t>
            </a:r>
            <a:r>
              <a:rPr lang="zh-CN" altLang="en-US" dirty="0"/>
              <a:t>并更新</a:t>
            </a:r>
          </a:p>
        </p:txBody>
      </p:sp>
      <p:pic>
        <p:nvPicPr>
          <p:cNvPr id="14" name="图片 13">
            <a:extLst>
              <a:ext uri="{FF2B5EF4-FFF2-40B4-BE49-F238E27FC236}">
                <a16:creationId xmlns:a16="http://schemas.microsoft.com/office/drawing/2014/main" id="{8FB7B72B-09D7-D646-ADDF-76D7A652827B}"/>
              </a:ext>
            </a:extLst>
          </p:cNvPr>
          <p:cNvPicPr>
            <a:picLocks noChangeAspect="1"/>
          </p:cNvPicPr>
          <p:nvPr/>
        </p:nvPicPr>
        <p:blipFill>
          <a:blip r:embed="rId4"/>
          <a:stretch>
            <a:fillRect/>
          </a:stretch>
        </p:blipFill>
        <p:spPr>
          <a:xfrm>
            <a:off x="4408034" y="1655558"/>
            <a:ext cx="3145474" cy="4627660"/>
          </a:xfrm>
          <a:prstGeom prst="rect">
            <a:avLst/>
          </a:prstGeom>
        </p:spPr>
      </p:pic>
      <p:pic>
        <p:nvPicPr>
          <p:cNvPr id="16" name="图片 15">
            <a:extLst>
              <a:ext uri="{FF2B5EF4-FFF2-40B4-BE49-F238E27FC236}">
                <a16:creationId xmlns:a16="http://schemas.microsoft.com/office/drawing/2014/main" id="{489B37EE-049E-7177-20F5-16F6F6AC8C7C}"/>
              </a:ext>
            </a:extLst>
          </p:cNvPr>
          <p:cNvPicPr>
            <a:picLocks noChangeAspect="1"/>
          </p:cNvPicPr>
          <p:nvPr/>
        </p:nvPicPr>
        <p:blipFill>
          <a:blip r:embed="rId5"/>
          <a:stretch>
            <a:fillRect/>
          </a:stretch>
        </p:blipFill>
        <p:spPr>
          <a:xfrm>
            <a:off x="7346472" y="1655558"/>
            <a:ext cx="3230820" cy="4627660"/>
          </a:xfrm>
          <a:prstGeom prst="rect">
            <a:avLst/>
          </a:prstGeom>
        </p:spPr>
      </p:pic>
      <p:pic>
        <p:nvPicPr>
          <p:cNvPr id="18" name="图片 17">
            <a:extLst>
              <a:ext uri="{FF2B5EF4-FFF2-40B4-BE49-F238E27FC236}">
                <a16:creationId xmlns:a16="http://schemas.microsoft.com/office/drawing/2014/main" id="{49605D51-F492-B6E9-35E0-972A400FB232}"/>
              </a:ext>
            </a:extLst>
          </p:cNvPr>
          <p:cNvPicPr>
            <a:picLocks noChangeAspect="1"/>
          </p:cNvPicPr>
          <p:nvPr/>
        </p:nvPicPr>
        <p:blipFill>
          <a:blip r:embed="rId6"/>
          <a:stretch>
            <a:fillRect/>
          </a:stretch>
        </p:blipFill>
        <p:spPr>
          <a:xfrm>
            <a:off x="10717497" y="1136452"/>
            <a:ext cx="1144789" cy="5009871"/>
          </a:xfrm>
          <a:prstGeom prst="rect">
            <a:avLst/>
          </a:prstGeom>
        </p:spPr>
      </p:pic>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0FF04E0C-9C74-CFC1-0469-21D0F3C01F0A}"/>
                  </a:ext>
                </a:extLst>
              </p14:cNvPr>
              <p14:cNvContentPartPr/>
              <p14:nvPr/>
            </p14:nvContentPartPr>
            <p14:xfrm>
              <a:off x="4639573" y="3589347"/>
              <a:ext cx="1069920" cy="34920"/>
            </p14:xfrm>
          </p:contentPart>
        </mc:Choice>
        <mc:Fallback xmlns="">
          <p:pic>
            <p:nvPicPr>
              <p:cNvPr id="2" name="墨迹 1">
                <a:extLst>
                  <a:ext uri="{FF2B5EF4-FFF2-40B4-BE49-F238E27FC236}">
                    <a16:creationId xmlns:a16="http://schemas.microsoft.com/office/drawing/2014/main" id="{0FF04E0C-9C74-CFC1-0469-21D0F3C01F0A}"/>
                  </a:ext>
                </a:extLst>
              </p:cNvPr>
              <p:cNvPicPr/>
              <p:nvPr/>
            </p:nvPicPr>
            <p:blipFill>
              <a:blip r:embed="rId8"/>
              <a:stretch>
                <a:fillRect/>
              </a:stretch>
            </p:blipFill>
            <p:spPr>
              <a:xfrm>
                <a:off x="4585573" y="3481707"/>
                <a:ext cx="117756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4" name="墨迹 3">
                <a:extLst>
                  <a:ext uri="{FF2B5EF4-FFF2-40B4-BE49-F238E27FC236}">
                    <a16:creationId xmlns:a16="http://schemas.microsoft.com/office/drawing/2014/main" id="{E6CA75A6-132F-2E4A-C047-BEA8B62CD951}"/>
                  </a:ext>
                </a:extLst>
              </p14:cNvPr>
              <p14:cNvContentPartPr/>
              <p14:nvPr/>
            </p14:nvContentPartPr>
            <p14:xfrm>
              <a:off x="7619653" y="3047187"/>
              <a:ext cx="1164960" cy="28080"/>
            </p14:xfrm>
          </p:contentPart>
        </mc:Choice>
        <mc:Fallback xmlns="">
          <p:pic>
            <p:nvPicPr>
              <p:cNvPr id="4" name="墨迹 3">
                <a:extLst>
                  <a:ext uri="{FF2B5EF4-FFF2-40B4-BE49-F238E27FC236}">
                    <a16:creationId xmlns:a16="http://schemas.microsoft.com/office/drawing/2014/main" id="{E6CA75A6-132F-2E4A-C047-BEA8B62CD951}"/>
                  </a:ext>
                </a:extLst>
              </p:cNvPr>
              <p:cNvPicPr/>
              <p:nvPr/>
            </p:nvPicPr>
            <p:blipFill>
              <a:blip r:embed="rId10"/>
              <a:stretch>
                <a:fillRect/>
              </a:stretch>
            </p:blipFill>
            <p:spPr>
              <a:xfrm>
                <a:off x="7566013" y="2939547"/>
                <a:ext cx="1272600" cy="243720"/>
              </a:xfrm>
              <a:prstGeom prst="rect">
                <a:avLst/>
              </a:prstGeom>
            </p:spPr>
          </p:pic>
        </mc:Fallback>
      </mc:AlternateContent>
    </p:spTree>
    <p:extLst>
      <p:ext uri="{BB962C8B-B14F-4D97-AF65-F5344CB8AC3E}">
        <p14:creationId xmlns:p14="http://schemas.microsoft.com/office/powerpoint/2010/main" val="432165373"/>
      </p:ext>
    </p:extLst>
  </p:cSld>
  <p:clrMapOvr>
    <a:masterClrMapping/>
  </p:clrMapOvr>
  <p:transition spd="med">
    <p:pull/>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组合 18"/>
          <p:cNvGrpSpPr/>
          <p:nvPr/>
        </p:nvGrpSpPr>
        <p:grpSpPr>
          <a:xfrm>
            <a:off x="3662994" y="4283909"/>
            <a:ext cx="4892610" cy="782043"/>
            <a:chOff x="5181690" y="2820871"/>
            <a:chExt cx="3446492" cy="550893"/>
          </a:xfrm>
        </p:grpSpPr>
        <p:sp>
          <p:nvSpPr>
            <p:cNvPr id="4" name="椭圆 3">
              <a:extLst>
                <a:ext uri="{FF2B5EF4-FFF2-40B4-BE49-F238E27FC236}">
                  <a16:creationId xmlns:a16="http://schemas.microsoft.com/office/drawing/2014/main" id="{4E038620-75A5-4520-8E25-F9C7B2B6904E}"/>
                </a:ext>
              </a:extLst>
            </p:cNvPr>
            <p:cNvSpPr/>
            <p:nvPr/>
          </p:nvSpPr>
          <p:spPr>
            <a:xfrm>
              <a:off x="5181690" y="2820871"/>
              <a:ext cx="550893" cy="55089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rPr>
                <a:t>5</a:t>
              </a:r>
              <a:endParaRPr kumimoji="0" lang="zh-CN" altLang="en-US" sz="4400" b="0" i="0" u="none" strike="noStrike" kern="1200" cap="none" spc="0" normalizeH="0" baseline="0" noProof="0" dirty="0">
                <a:ln>
                  <a:noFill/>
                </a:ln>
                <a:solidFill>
                  <a:prstClr val="white"/>
                </a:solidFill>
                <a:effectLst/>
                <a:uLnTx/>
                <a:uFillTx/>
                <a:latin typeface="Century Gothic" panose="020B0502020202020204" pitchFamily="34" charset="0"/>
                <a:ea typeface="微软雅黑"/>
                <a:cs typeface="+mn-cs"/>
              </a:endParaRPr>
            </a:p>
          </p:txBody>
        </p:sp>
        <p:sp>
          <p:nvSpPr>
            <p:cNvPr id="8" name="文本框 7">
              <a:extLst>
                <a:ext uri="{FF2B5EF4-FFF2-40B4-BE49-F238E27FC236}">
                  <a16:creationId xmlns:a16="http://schemas.microsoft.com/office/drawing/2014/main" id="{7B507C22-58B8-463E-AFBC-7B1028DAA2A5}"/>
                </a:ext>
              </a:extLst>
            </p:cNvPr>
            <p:cNvSpPr txBox="1"/>
            <p:nvPr/>
          </p:nvSpPr>
          <p:spPr>
            <a:xfrm>
              <a:off x="5988603" y="2888229"/>
              <a:ext cx="2639579" cy="390252"/>
            </a:xfrm>
            <a:prstGeom prst="rect">
              <a:avLst/>
            </a:prstGeom>
            <a:noFill/>
          </p:spPr>
          <p:txBody>
            <a:bodyPr wrap="square" lIns="0" tIns="0" rIns="0" bIns="0"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lang="zh-CN" altLang="en-US" sz="3600" b="1" spc="300" dirty="0">
                  <a:solidFill>
                    <a:prstClr val="black"/>
                  </a:solidFill>
                  <a:latin typeface="微软雅黑"/>
                  <a:ea typeface="微软雅黑"/>
                </a:rPr>
                <a:t>项目亮点与不足</a:t>
              </a:r>
              <a:endParaRPr kumimoji="0" lang="zh-CN" altLang="en-US" sz="3600" b="1" i="0" u="none" strike="noStrike" kern="1200" cap="none" spc="300" normalizeH="0" baseline="0" noProof="0" dirty="0">
                <a:ln>
                  <a:noFill/>
                </a:ln>
                <a:solidFill>
                  <a:srgbClr val="A2A2A2"/>
                </a:solidFill>
                <a:effectLst/>
                <a:uLnTx/>
                <a:uFillTx/>
                <a:latin typeface="Century Gothic" panose="020B0502020202020204" pitchFamily="34" charset="0"/>
                <a:ea typeface="微软雅黑" panose="020B0503020204020204" pitchFamily="34" charset="-122"/>
                <a:cs typeface="+mn-cs"/>
              </a:endParaRPr>
            </a:p>
          </p:txBody>
        </p:sp>
      </p:grpSp>
    </p:spTree>
    <p:extLst>
      <p:ext uri="{BB962C8B-B14F-4D97-AF65-F5344CB8AC3E}">
        <p14:creationId xmlns:p14="http://schemas.microsoft.com/office/powerpoint/2010/main" val="2820622400"/>
      </p:ext>
    </p:extLst>
  </p:cSld>
  <p:clrMapOvr>
    <a:masterClrMapping/>
  </p:clrMapOvr>
  <p:transition spd="med">
    <p:pull/>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721E6-F31A-E093-3A8B-2A0F3B92C548}"/>
            </a:ext>
          </a:extLst>
        </p:cNvPr>
        <p:cNvGrpSpPr/>
        <p:nvPr/>
      </p:nvGrpSpPr>
      <p:grpSpPr>
        <a:xfrm>
          <a:off x="0" y="0"/>
          <a:ext cx="0" cy="0"/>
          <a:chOff x="0" y="0"/>
          <a:chExt cx="0" cy="0"/>
        </a:xfrm>
      </p:grpSpPr>
      <p:sp>
        <p:nvSpPr>
          <p:cNvPr id="10" name="标题 9">
            <a:extLst>
              <a:ext uri="{FF2B5EF4-FFF2-40B4-BE49-F238E27FC236}">
                <a16:creationId xmlns:a16="http://schemas.microsoft.com/office/drawing/2014/main" id="{9F3EB38E-4AF3-CC79-E5AC-7E12EC93FEE8}"/>
              </a:ext>
            </a:extLst>
          </p:cNvPr>
          <p:cNvSpPr>
            <a:spLocks noGrp="1"/>
          </p:cNvSpPr>
          <p:nvPr>
            <p:ph type="title"/>
          </p:nvPr>
        </p:nvSpPr>
        <p:spPr>
          <a:xfrm>
            <a:off x="577850" y="227522"/>
            <a:ext cx="8643848" cy="523220"/>
          </a:xfrm>
        </p:spPr>
        <p:txBody>
          <a:bodyPr/>
          <a:lstStyle/>
          <a:p>
            <a:pPr lvl="0">
              <a:lnSpc>
                <a:spcPct val="100000"/>
              </a:lnSpc>
              <a:defRPr/>
            </a:pPr>
            <a:r>
              <a:rPr lang="zh-CN" altLang="en-US" spc="300" dirty="0">
                <a:solidFill>
                  <a:prstClr val="black"/>
                </a:solidFill>
                <a:latin typeface="微软雅黑"/>
                <a:ea typeface="微软雅黑"/>
              </a:rPr>
              <a:t>项目亮点</a:t>
            </a:r>
            <a:endParaRPr lang="zh-CN" altLang="en-US" spc="300" dirty="0">
              <a:solidFill>
                <a:srgbClr val="A2A2A2"/>
              </a:solidFill>
              <a:latin typeface="Century Gothic" panose="020B0502020202020204" pitchFamily="34" charset="0"/>
            </a:endParaRPr>
          </a:p>
        </p:txBody>
      </p:sp>
      <p:sp>
        <p:nvSpPr>
          <p:cNvPr id="14" name="文本占位符 4">
            <a:extLst>
              <a:ext uri="{FF2B5EF4-FFF2-40B4-BE49-F238E27FC236}">
                <a16:creationId xmlns:a16="http://schemas.microsoft.com/office/drawing/2014/main" id="{4A33C4D5-33BF-1965-8AB2-A7D25972B916}"/>
              </a:ext>
            </a:extLst>
          </p:cNvPr>
          <p:cNvSpPr txBox="1">
            <a:spLocks/>
          </p:cNvSpPr>
          <p:nvPr/>
        </p:nvSpPr>
        <p:spPr>
          <a:xfrm>
            <a:off x="1774613" y="2258123"/>
            <a:ext cx="8094134" cy="3541896"/>
          </a:xfrm>
          <a:prstGeom prst="rect">
            <a:avLst/>
          </a:prstGeom>
          <a:solidFill>
            <a:srgbClr val="FFFFFF"/>
          </a:solidFill>
          <a:ln w="28575">
            <a:solidFill>
              <a:schemeClr val="accent1"/>
            </a:solidFill>
          </a:ln>
          <a:effectLst/>
        </p:spPr>
        <p:txBody>
          <a:bodyPr vert="horz" lIns="91440" tIns="45720" rIns="91440" bIns="45720" rtlCol="0" anchor="t">
            <a:normAutofit/>
          </a:bodyPr>
          <a:lstStyle>
            <a:lvl1pPr marL="0" indent="0" algn="l" defTabSz="914400" rtl="0" eaLnBrk="1" latinLnBrk="0" hangingPunct="1">
              <a:lnSpc>
                <a:spcPct val="125000"/>
              </a:lnSpc>
              <a:spcBef>
                <a:spcPts val="0"/>
              </a:spcBef>
              <a:buFont typeface="Arial" panose="020B0604020202020204" pitchFamily="34" charset="0"/>
              <a:buNone/>
              <a:defRPr sz="20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dirty="0"/>
              <a:t>冒险处理完善</a:t>
            </a:r>
            <a:endParaRPr lang="en-US" altLang="zh-CN" dirty="0"/>
          </a:p>
          <a:p>
            <a:endParaRPr lang="en-US" altLang="zh-CN" dirty="0"/>
          </a:p>
          <a:p>
            <a:r>
              <a:rPr lang="en-US" altLang="zh-CN" dirty="0"/>
              <a:t>CPU </a:t>
            </a:r>
            <a:r>
              <a:rPr lang="zh-CN" altLang="en-US" dirty="0"/>
              <a:t>通过访存阶段与外设交互，</a:t>
            </a:r>
            <a:r>
              <a:rPr lang="en-US" altLang="zh-CN" dirty="0" err="1"/>
              <a:t>ctrl.v</a:t>
            </a:r>
            <a:r>
              <a:rPr lang="en-US" altLang="zh-CN" dirty="0"/>
              <a:t> </a:t>
            </a:r>
            <a:r>
              <a:rPr lang="zh-CN" altLang="en-US" dirty="0"/>
              <a:t>的 </a:t>
            </a:r>
            <a:r>
              <a:rPr lang="en-US" altLang="zh-CN" dirty="0"/>
              <a:t>stall </a:t>
            </a:r>
            <a:r>
              <a:rPr lang="zh-CN" altLang="en-US" dirty="0"/>
              <a:t>机制解决结构相关问题，体现了流水线同步。</a:t>
            </a:r>
            <a:endParaRPr lang="en-US" altLang="zh-CN" dirty="0"/>
          </a:p>
          <a:p>
            <a:endParaRPr lang="en-US" altLang="zh-CN" dirty="0"/>
          </a:p>
          <a:p>
            <a:r>
              <a:rPr lang="en-US" altLang="zh-CN" dirty="0"/>
              <a:t>UART </a:t>
            </a:r>
            <a:r>
              <a:rPr lang="zh-CN" altLang="en-US" dirty="0"/>
              <a:t>和 </a:t>
            </a:r>
            <a:r>
              <a:rPr lang="en-US" altLang="zh-CN" dirty="0"/>
              <a:t>SEG </a:t>
            </a:r>
            <a:r>
              <a:rPr lang="zh-CN" altLang="en-US" dirty="0"/>
              <a:t>控制器作为 </a:t>
            </a:r>
            <a:r>
              <a:rPr lang="en-US" altLang="zh-CN" dirty="0"/>
              <a:t>IP </a:t>
            </a:r>
            <a:r>
              <a:rPr lang="zh-CN" altLang="en-US" dirty="0"/>
              <a:t>核，集成到 </a:t>
            </a:r>
            <a:r>
              <a:rPr lang="en-US" altLang="zh-CN" dirty="0"/>
              <a:t>SOPC</a:t>
            </a:r>
            <a:r>
              <a:rPr lang="zh-CN" altLang="en-US" dirty="0"/>
              <a:t>，测试代码通过汇编指令验证交互。</a:t>
            </a:r>
            <a:endParaRPr lang="en-US" altLang="zh-CN" dirty="0"/>
          </a:p>
          <a:p>
            <a:endParaRPr lang="en-US" altLang="zh-CN" dirty="0"/>
          </a:p>
        </p:txBody>
      </p:sp>
      <p:sp>
        <p:nvSpPr>
          <p:cNvPr id="16" name="文本占位符 6">
            <a:extLst>
              <a:ext uri="{FF2B5EF4-FFF2-40B4-BE49-F238E27FC236}">
                <a16:creationId xmlns:a16="http://schemas.microsoft.com/office/drawing/2014/main" id="{61EA13BF-0053-30A9-4B20-FFCF6EF644E8}"/>
              </a:ext>
            </a:extLst>
          </p:cNvPr>
          <p:cNvSpPr txBox="1">
            <a:spLocks/>
          </p:cNvSpPr>
          <p:nvPr/>
        </p:nvSpPr>
        <p:spPr>
          <a:xfrm>
            <a:off x="1774613" y="1392787"/>
            <a:ext cx="8094134" cy="865335"/>
          </a:xfrm>
          <a:prstGeom prst="rect">
            <a:avLst/>
          </a:prstGeom>
          <a:solidFill>
            <a:schemeClr val="accent1"/>
          </a:solidFill>
          <a:ln w="28575">
            <a:solidFill>
              <a:schemeClr val="accent1"/>
            </a:solidFill>
          </a:ln>
          <a:effectLst/>
        </p:spPr>
        <p:txBody>
          <a:bodyPr vert="horz" lIns="91440" tIns="45720" rIns="91440" bIns="45720" rtlCol="0" anchor="ctr">
            <a:normAutofit/>
          </a:bodyPr>
          <a:lstStyle>
            <a:lvl1pPr marL="0" indent="0" algn="ctr" defTabSz="914400" rtl="0" eaLnBrk="1" latinLnBrk="0" hangingPunct="1">
              <a:lnSpc>
                <a:spcPct val="125000"/>
              </a:lnSpc>
              <a:spcBef>
                <a:spcPts val="0"/>
              </a:spcBef>
              <a:buFont typeface="Arial" panose="020B0604020202020204" pitchFamily="34" charset="0"/>
              <a:buNone/>
              <a:defRPr sz="2800" b="1" kern="1200">
                <a:solidFill>
                  <a:schemeClr val="bg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125000"/>
              </a:lnSpc>
              <a:spcBef>
                <a:spcPts val="0"/>
              </a:spcBef>
              <a:spcAft>
                <a:spcPts val="0"/>
              </a:spcAft>
              <a:buClrTx/>
              <a:buSzTx/>
              <a:buFont typeface="Arial" panose="020B0604020202020204" pitchFamily="34" charset="0"/>
              <a:buNone/>
              <a:tabLst/>
              <a:defRPr/>
            </a:pPr>
            <a:r>
              <a:rPr lang="zh-CN" altLang="en-US" dirty="0">
                <a:solidFill>
                  <a:srgbClr val="FFFFFF"/>
                </a:solidFill>
                <a:latin typeface="Arial"/>
                <a:ea typeface="微软雅黑"/>
                <a:sym typeface="+mn-lt"/>
              </a:rPr>
              <a:t>亮</a:t>
            </a:r>
            <a:r>
              <a:rPr kumimoji="0" lang="zh-CN" altLang="en-US" sz="2800" b="1" i="0" u="none" strike="noStrike" kern="1200" cap="none" spc="0" normalizeH="0" baseline="0" noProof="0" dirty="0">
                <a:ln>
                  <a:noFill/>
                </a:ln>
                <a:solidFill>
                  <a:srgbClr val="FFFFFF"/>
                </a:solidFill>
                <a:effectLst/>
                <a:uLnTx/>
                <a:uFillTx/>
                <a:latin typeface="Arial"/>
                <a:ea typeface="微软雅黑"/>
                <a:cs typeface="+mn-cs"/>
                <a:sym typeface="+mn-lt"/>
              </a:rPr>
              <a:t>点</a:t>
            </a:r>
          </a:p>
        </p:txBody>
      </p:sp>
    </p:spTree>
    <p:extLst>
      <p:ext uri="{BB962C8B-B14F-4D97-AF65-F5344CB8AC3E}">
        <p14:creationId xmlns:p14="http://schemas.microsoft.com/office/powerpoint/2010/main" val="3006641361"/>
      </p:ext>
    </p:extLst>
  </p:cSld>
  <p:clrMapOvr>
    <a:masterClrMapping/>
  </p:clrMapOvr>
  <p:transition spd="med">
    <p:pull/>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C888EE62-795D-4B4E-A32A-3C2373FD4959}"/>
              </a:ext>
            </a:extLst>
          </p:cNvPr>
          <p:cNvSpPr txBox="1"/>
          <p:nvPr/>
        </p:nvSpPr>
        <p:spPr>
          <a:xfrm>
            <a:off x="1833795" y="2336758"/>
            <a:ext cx="8524408" cy="1446550"/>
          </a:xfrm>
          <a:prstGeom prst="rect">
            <a:avLst/>
          </a:prstGeom>
          <a:noFill/>
        </p:spPr>
        <p:txBody>
          <a:bodyPr wrap="square" rtlCol="0">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0" i="0" u="none" strike="noStrike" kern="1200" cap="none" spc="0" normalizeH="0" baseline="0" noProof="0" dirty="0">
                <a:ln>
                  <a:noFill/>
                </a:ln>
                <a:solidFill>
                  <a:prstClr val="white"/>
                </a:solidFill>
                <a:effectLst/>
                <a:uLnTx/>
                <a:uFillTx/>
                <a:latin typeface="微软雅黑"/>
                <a:ea typeface="微软雅黑"/>
                <a:cs typeface="+mn-cs"/>
              </a:rPr>
              <a:t>谢谢</a:t>
            </a:r>
            <a:endParaRPr kumimoji="0" lang="en-US" altLang="zh-CN" sz="4400" b="0" i="0" u="none" strike="noStrike" kern="1200" cap="none" spc="0" normalizeH="0" baseline="0" noProof="0" dirty="0">
              <a:ln>
                <a:noFill/>
              </a:ln>
              <a:solidFill>
                <a:prstClr val="white"/>
              </a:solidFill>
              <a:effectLst/>
              <a:uLnTx/>
              <a:uFillTx/>
              <a:latin typeface="微软雅黑"/>
              <a:ea typeface="微软雅黑"/>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400" b="0" i="0" u="none" strike="noStrike" kern="1200" cap="none" spc="0" normalizeH="0" baseline="0" noProof="0" dirty="0">
                <a:ln>
                  <a:noFill/>
                </a:ln>
                <a:solidFill>
                  <a:prstClr val="white"/>
                </a:solidFill>
                <a:effectLst/>
                <a:uLnTx/>
                <a:uFillTx/>
                <a:latin typeface="微软雅黑"/>
                <a:ea typeface="微软雅黑"/>
                <a:cs typeface="+mn-cs"/>
              </a:rPr>
              <a:t>敬请各位老师批评指正</a:t>
            </a:r>
          </a:p>
        </p:txBody>
      </p:sp>
    </p:spTree>
    <p:extLst>
      <p:ext uri="{BB962C8B-B14F-4D97-AF65-F5344CB8AC3E}">
        <p14:creationId xmlns:p14="http://schemas.microsoft.com/office/powerpoint/2010/main" val="3847178462"/>
      </p:ext>
    </p:extLst>
  </p:cSld>
  <p:clrMapOvr>
    <a:masterClrMapping/>
  </p:clrMapOvr>
  <p:transition spd="med">
    <p:pull/>
  </p:transition>
</p:sld>
</file>

<file path=ppt/tags/tag1.xml><?xml version="1.0" encoding="utf-8"?>
<p:tagLst xmlns:a="http://schemas.openxmlformats.org/drawingml/2006/main" xmlns:r="http://schemas.openxmlformats.org/officeDocument/2006/relationships" xmlns:p="http://schemas.openxmlformats.org/presentationml/2006/main">
  <p:tag name="PA" val="v5.1.2"/>
</p:tagLst>
</file>

<file path=ppt/tags/tag2.xml><?xml version="1.0" encoding="utf-8"?>
<p:tagLst xmlns:a="http://schemas.openxmlformats.org/drawingml/2006/main" xmlns:r="http://schemas.openxmlformats.org/officeDocument/2006/relationships" xmlns:p="http://schemas.openxmlformats.org/presentationml/2006/main">
  <p:tag name="PA" val="v5.1.2"/>
</p:tagLst>
</file>

<file path=ppt/tags/tag3.xml><?xml version="1.0" encoding="utf-8"?>
<p:tagLst xmlns:a="http://schemas.openxmlformats.org/drawingml/2006/main" xmlns:r="http://schemas.openxmlformats.org/officeDocument/2006/relationships" xmlns:p="http://schemas.openxmlformats.org/presentationml/2006/main">
  <p:tag name="PA" val="v5.1.2"/>
</p:tagLst>
</file>

<file path=ppt/tags/tag4.xml><?xml version="1.0" encoding="utf-8"?>
<p:tagLst xmlns:a="http://schemas.openxmlformats.org/drawingml/2006/main" xmlns:r="http://schemas.openxmlformats.org/officeDocument/2006/relationships" xmlns:p="http://schemas.openxmlformats.org/presentationml/2006/main">
  <p:tag name="PA" val="v5.1.2"/>
</p:tagLst>
</file>

<file path=ppt/tags/tag5.xml><?xml version="1.0" encoding="utf-8"?>
<p:tagLst xmlns:a="http://schemas.openxmlformats.org/drawingml/2006/main" xmlns:r="http://schemas.openxmlformats.org/officeDocument/2006/relationships" xmlns:p="http://schemas.openxmlformats.org/presentationml/2006/main">
  <p:tag name="PA" val="v5.1.2"/>
</p:tagLst>
</file>

<file path=ppt/tags/tag6.xml><?xml version="1.0" encoding="utf-8"?>
<p:tagLst xmlns:a="http://schemas.openxmlformats.org/drawingml/2006/main" xmlns:r="http://schemas.openxmlformats.org/officeDocument/2006/relationships" xmlns:p="http://schemas.openxmlformats.org/presentationml/2006/main">
  <p:tag name="PA" val="v5.1.2"/>
</p:tagLst>
</file>

<file path=ppt/tags/tag7.xml><?xml version="1.0" encoding="utf-8"?>
<p:tagLst xmlns:a="http://schemas.openxmlformats.org/drawingml/2006/main" xmlns:r="http://schemas.openxmlformats.org/officeDocument/2006/relationships" xmlns:p="http://schemas.openxmlformats.org/presentationml/2006/main">
  <p:tag name="PA" val="v5.1.2"/>
</p:tagLst>
</file>

<file path=ppt/tags/tag8.xml><?xml version="1.0" encoding="utf-8"?>
<p:tagLst xmlns:a="http://schemas.openxmlformats.org/drawingml/2006/main" xmlns:r="http://schemas.openxmlformats.org/officeDocument/2006/relationships" xmlns:p="http://schemas.openxmlformats.org/presentationml/2006/main">
  <p:tag name="PA" val="v5.1.2"/>
</p:tagLst>
</file>

<file path=ppt/tags/tag9.xml><?xml version="1.0" encoding="utf-8"?>
<p:tagLst xmlns:a="http://schemas.openxmlformats.org/drawingml/2006/main" xmlns:r="http://schemas.openxmlformats.org/officeDocument/2006/relationships" xmlns:p="http://schemas.openxmlformats.org/presentationml/2006/main">
  <p:tag name="PA" val="v5.1.2"/>
</p:tagLst>
</file>

<file path=ppt/theme/theme1.xml><?xml version="1.0" encoding="utf-8"?>
<a:theme xmlns:a="http://schemas.openxmlformats.org/drawingml/2006/main" name="封1​​">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目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内页​​">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封2​​">
  <a:themeElements>
    <a:clrScheme name="自定义 34">
      <a:dk1>
        <a:sysClr val="windowText" lastClr="000000"/>
      </a:dk1>
      <a:lt1>
        <a:sysClr val="window" lastClr="FFFFFF"/>
      </a:lt1>
      <a:dk2>
        <a:srgbClr val="006C39"/>
      </a:dk2>
      <a:lt2>
        <a:srgbClr val="FFFFFF"/>
      </a:lt2>
      <a:accent1>
        <a:srgbClr val="006C39"/>
      </a:accent1>
      <a:accent2>
        <a:srgbClr val="3F3F3F"/>
      </a:accent2>
      <a:accent3>
        <a:srgbClr val="A2A2A2"/>
      </a:accent3>
      <a:accent4>
        <a:srgbClr val="A13F0B"/>
      </a:accent4>
      <a:accent5>
        <a:srgbClr val="4EB3CF"/>
      </a:accent5>
      <a:accent6>
        <a:srgbClr val="51C3F9"/>
      </a:accent6>
      <a:hlink>
        <a:srgbClr val="EE7B08"/>
      </a:hlink>
      <a:folHlink>
        <a:srgbClr val="977B2D"/>
      </a:folHlink>
    </a:clrScheme>
    <a:fontScheme name="自定义 1">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5645</TotalTime>
  <Words>1159</Words>
  <Application>Microsoft Office PowerPoint</Application>
  <PresentationFormat>宽屏</PresentationFormat>
  <Paragraphs>151</Paragraphs>
  <Slides>26</Slides>
  <Notes>26</Notes>
  <HiddenSlides>0</HiddenSlides>
  <MMClips>0</MMClips>
  <ScaleCrop>false</ScaleCrop>
  <HeadingPairs>
    <vt:vector size="6" baseType="variant">
      <vt:variant>
        <vt:lpstr>已用的字体</vt:lpstr>
      </vt:variant>
      <vt:variant>
        <vt:i4>5</vt:i4>
      </vt:variant>
      <vt:variant>
        <vt:lpstr>主题</vt:lpstr>
      </vt:variant>
      <vt:variant>
        <vt:i4>4</vt:i4>
      </vt:variant>
      <vt:variant>
        <vt:lpstr>幻灯片标题</vt:lpstr>
      </vt:variant>
      <vt:variant>
        <vt:i4>26</vt:i4>
      </vt:variant>
    </vt:vector>
  </HeadingPairs>
  <TitlesOfParts>
    <vt:vector size="35" baseType="lpstr">
      <vt:lpstr>微软雅黑</vt:lpstr>
      <vt:lpstr>微软雅黑 Light</vt:lpstr>
      <vt:lpstr>Arial</vt:lpstr>
      <vt:lpstr>Calibri</vt:lpstr>
      <vt:lpstr>Century Gothic</vt:lpstr>
      <vt:lpstr>封1​​</vt:lpstr>
      <vt:lpstr>目2​​</vt:lpstr>
      <vt:lpstr>内页​​</vt:lpstr>
      <vt:lpstr>封2​​</vt:lpstr>
      <vt:lpstr>PowerPoint 演示文稿</vt:lpstr>
      <vt:lpstr>PowerPoint 演示文稿</vt:lpstr>
      <vt:lpstr>PowerPoint 演示文稿</vt:lpstr>
      <vt:lpstr>成员介绍与分工</vt:lpstr>
      <vt:lpstr>PowerPoint 演示文稿</vt:lpstr>
      <vt:lpstr>实验需求</vt:lpstr>
      <vt:lpstr>PowerPoint 演示文稿</vt:lpstr>
      <vt:lpstr>CPU 设计</vt:lpstr>
      <vt:lpstr>冒险处理</vt:lpstr>
      <vt:lpstr>冒险处理</vt:lpstr>
      <vt:lpstr>冒险处理</vt:lpstr>
      <vt:lpstr>CPU 实现的指令/信号逻辑</vt:lpstr>
      <vt:lpstr>CPU 数据流图</vt:lpstr>
      <vt:lpstr>CPU 实现架构 &amp; 文件结构</vt:lpstr>
      <vt:lpstr>接口控制器设计</vt:lpstr>
      <vt:lpstr>接口控制器设计</vt:lpstr>
      <vt:lpstr>CPU 与 外设交互</vt:lpstr>
      <vt:lpstr>PowerPoint 演示文稿</vt:lpstr>
      <vt:lpstr>仿真</vt:lpstr>
      <vt:lpstr>仿真</vt:lpstr>
      <vt:lpstr>仿真</vt:lpstr>
      <vt:lpstr>仿真</vt:lpstr>
      <vt:lpstr>下板测试外设</vt:lpstr>
      <vt:lpstr>PowerPoint 演示文稿</vt:lpstr>
      <vt:lpstr>项目亮点</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丘GG</dc:creator>
  <cp:lastModifiedBy>1021 Chang</cp:lastModifiedBy>
  <cp:revision>18</cp:revision>
  <dcterms:created xsi:type="dcterms:W3CDTF">2025-09-10T15:02:36Z</dcterms:created>
  <dcterms:modified xsi:type="dcterms:W3CDTF">2025-09-16T04:55:47Z</dcterms:modified>
</cp:coreProperties>
</file>